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49" r:id="rId1"/>
  </p:sldMasterIdLst>
  <p:notesMasterIdLst>
    <p:notesMasterId r:id="rId10"/>
  </p:notesMasterIdLst>
  <p:handoutMasterIdLst>
    <p:handoutMasterId r:id="rId11"/>
  </p:handoutMasterIdLst>
  <p:sldIdLst>
    <p:sldId id="256" r:id="rId2"/>
    <p:sldId id="263" r:id="rId3"/>
    <p:sldId id="258" r:id="rId4"/>
    <p:sldId id="259" r:id="rId5"/>
    <p:sldId id="260" r:id="rId6"/>
    <p:sldId id="261" r:id="rId7"/>
    <p:sldId id="264" r:id="rId8"/>
    <p:sldId id="262" r:id="rId9"/>
  </p:sldIdLst>
  <p:sldSz cx="12192000" cy="6858000"/>
  <p:notesSz cx="6858000" cy="9144000"/>
  <p:defaultTextStyle>
    <a:defPPr>
      <a:defRPr lang="en-US"/>
    </a:defPPr>
    <a:lvl1pPr algn="l" rtl="0" fontAlgn="base">
      <a:spcBef>
        <a:spcPct val="20000"/>
      </a:spcBef>
      <a:spcAft>
        <a:spcPct val="0"/>
      </a:spcAft>
      <a:buChar char="•"/>
      <a:defRPr sz="2400" b="1" kern="1200">
        <a:solidFill>
          <a:srgbClr val="B9000C"/>
        </a:solidFill>
        <a:latin typeface="Tahoma" panose="020B0604030504040204" pitchFamily="34" charset="0"/>
        <a:ea typeface="+mn-ea"/>
        <a:cs typeface="+mn-cs"/>
      </a:defRPr>
    </a:lvl1pPr>
    <a:lvl2pPr marL="457200" algn="l" rtl="0" fontAlgn="base">
      <a:spcBef>
        <a:spcPct val="20000"/>
      </a:spcBef>
      <a:spcAft>
        <a:spcPct val="0"/>
      </a:spcAft>
      <a:buChar char="•"/>
      <a:defRPr sz="2400" b="1" kern="1200">
        <a:solidFill>
          <a:srgbClr val="B9000C"/>
        </a:solidFill>
        <a:latin typeface="Tahoma" panose="020B0604030504040204" pitchFamily="34" charset="0"/>
        <a:ea typeface="+mn-ea"/>
        <a:cs typeface="+mn-cs"/>
      </a:defRPr>
    </a:lvl2pPr>
    <a:lvl3pPr marL="914400" algn="l" rtl="0" fontAlgn="base">
      <a:spcBef>
        <a:spcPct val="20000"/>
      </a:spcBef>
      <a:spcAft>
        <a:spcPct val="0"/>
      </a:spcAft>
      <a:buChar char="•"/>
      <a:defRPr sz="2400" b="1" kern="1200">
        <a:solidFill>
          <a:srgbClr val="B9000C"/>
        </a:solidFill>
        <a:latin typeface="Tahoma" panose="020B0604030504040204" pitchFamily="34" charset="0"/>
        <a:ea typeface="+mn-ea"/>
        <a:cs typeface="+mn-cs"/>
      </a:defRPr>
    </a:lvl3pPr>
    <a:lvl4pPr marL="1371600" algn="l" rtl="0" fontAlgn="base">
      <a:spcBef>
        <a:spcPct val="20000"/>
      </a:spcBef>
      <a:spcAft>
        <a:spcPct val="0"/>
      </a:spcAft>
      <a:buChar char="•"/>
      <a:defRPr sz="2400" b="1" kern="1200">
        <a:solidFill>
          <a:srgbClr val="B9000C"/>
        </a:solidFill>
        <a:latin typeface="Tahoma" panose="020B0604030504040204" pitchFamily="34" charset="0"/>
        <a:ea typeface="+mn-ea"/>
        <a:cs typeface="+mn-cs"/>
      </a:defRPr>
    </a:lvl4pPr>
    <a:lvl5pPr marL="1828800" algn="l" rtl="0" fontAlgn="base">
      <a:spcBef>
        <a:spcPct val="20000"/>
      </a:spcBef>
      <a:spcAft>
        <a:spcPct val="0"/>
      </a:spcAft>
      <a:buChar char="•"/>
      <a:defRPr sz="2400" b="1" kern="1200">
        <a:solidFill>
          <a:srgbClr val="B9000C"/>
        </a:solidFill>
        <a:latin typeface="Tahoma" panose="020B0604030504040204" pitchFamily="34" charset="0"/>
        <a:ea typeface="+mn-ea"/>
        <a:cs typeface="+mn-cs"/>
      </a:defRPr>
    </a:lvl5pPr>
    <a:lvl6pPr marL="2286000" algn="l" defTabSz="914400" rtl="0" eaLnBrk="1" latinLnBrk="0" hangingPunct="1">
      <a:defRPr sz="2400" b="1" kern="1200">
        <a:solidFill>
          <a:srgbClr val="B9000C"/>
        </a:solidFill>
        <a:latin typeface="Tahoma" panose="020B0604030504040204" pitchFamily="34" charset="0"/>
        <a:ea typeface="+mn-ea"/>
        <a:cs typeface="+mn-cs"/>
      </a:defRPr>
    </a:lvl6pPr>
    <a:lvl7pPr marL="2743200" algn="l" defTabSz="914400" rtl="0" eaLnBrk="1" latinLnBrk="0" hangingPunct="1">
      <a:defRPr sz="2400" b="1" kern="1200">
        <a:solidFill>
          <a:srgbClr val="B9000C"/>
        </a:solidFill>
        <a:latin typeface="Tahoma" panose="020B0604030504040204" pitchFamily="34" charset="0"/>
        <a:ea typeface="+mn-ea"/>
        <a:cs typeface="+mn-cs"/>
      </a:defRPr>
    </a:lvl7pPr>
    <a:lvl8pPr marL="3200400" algn="l" defTabSz="914400" rtl="0" eaLnBrk="1" latinLnBrk="0" hangingPunct="1">
      <a:defRPr sz="2400" b="1" kern="1200">
        <a:solidFill>
          <a:srgbClr val="B9000C"/>
        </a:solidFill>
        <a:latin typeface="Tahoma" panose="020B0604030504040204" pitchFamily="34" charset="0"/>
        <a:ea typeface="+mn-ea"/>
        <a:cs typeface="+mn-cs"/>
      </a:defRPr>
    </a:lvl8pPr>
    <a:lvl9pPr marL="3657600" algn="l" defTabSz="914400" rtl="0" eaLnBrk="1" latinLnBrk="0" hangingPunct="1">
      <a:defRPr sz="2400" b="1" kern="1200">
        <a:solidFill>
          <a:srgbClr val="B9000C"/>
        </a:solidFill>
        <a:latin typeface="Tahoma" panose="020B060403050404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4D4D4D"/>
    <a:srgbClr val="E5E5E5"/>
    <a:srgbClr val="00A9E0"/>
    <a:srgbClr val="FE000C"/>
    <a:srgbClr val="B9000C"/>
    <a:srgbClr val="1B85B9"/>
    <a:srgbClr val="E6E6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262BC8B-1549-62FC-FBE5-CB5B6F368C82}" v="168" dt="2025-10-19T09:53:26.228"/>
    <p1510:client id="{77308A4A-776D-9132-0492-6BD19B27E00D}" v="101" dt="2025-10-20T11:22:41.125"/>
    <p1510:client id="{A5B1FF10-8FDF-EA11-6319-3AD65A73F9BF}" v="5" dt="2025-10-19T08:47:33.20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06" autoAdjust="0"/>
    <p:restoredTop sz="59127" autoAdjust="0"/>
  </p:normalViewPr>
  <p:slideViewPr>
    <p:cSldViewPr showGuides="1">
      <p:cViewPr varScale="1">
        <p:scale>
          <a:sx n="93" d="100"/>
          <a:sy n="93" d="100"/>
        </p:scale>
        <p:origin x="2696" y="76"/>
      </p:cViewPr>
      <p:guideLst>
        <p:guide orient="horz" pos="2160"/>
        <p:guide pos="3840"/>
      </p:guideLst>
    </p:cSldViewPr>
  </p:slideViewPr>
  <p:notesTextViewPr>
    <p:cViewPr>
      <p:scale>
        <a:sx n="150" d="100"/>
        <a:sy n="150" d="100"/>
      </p:scale>
      <p:origin x="0" y="0"/>
    </p:cViewPr>
  </p:notesTextViewPr>
  <p:notesViewPr>
    <p:cSldViewPr showGuides="1">
      <p:cViewPr varScale="1">
        <p:scale>
          <a:sx n="105" d="100"/>
          <a:sy n="105" d="100"/>
        </p:scale>
        <p:origin x="3276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spcBef>
                <a:spcPct val="0"/>
              </a:spcBef>
              <a:buFontTx/>
              <a:buNone/>
              <a:defRPr sz="1200" b="0">
                <a:solidFill>
                  <a:schemeClr val="tx1"/>
                </a:solidFill>
                <a:latin typeface="Century Gothic" pitchFamily="34" charset="0"/>
              </a:defRPr>
            </a:lvl1pPr>
          </a:lstStyle>
          <a:p>
            <a:pPr>
              <a:defRPr/>
            </a:pPr>
            <a:endParaRPr lang="cs-CZ"/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spcBef>
                <a:spcPct val="0"/>
              </a:spcBef>
              <a:buFontTx/>
              <a:buNone/>
              <a:defRPr sz="1200" b="0">
                <a:solidFill>
                  <a:schemeClr val="tx1"/>
                </a:solidFill>
                <a:latin typeface="Century Gothic" pitchFamily="34" charset="0"/>
              </a:defRPr>
            </a:lvl1pPr>
          </a:lstStyle>
          <a:p>
            <a:pPr>
              <a:defRPr/>
            </a:pPr>
            <a:endParaRPr lang="cs-CZ"/>
          </a:p>
        </p:txBody>
      </p:sp>
      <p:sp>
        <p:nvSpPr>
          <p:cNvPr id="1638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0" hangingPunct="0">
              <a:spcBef>
                <a:spcPct val="0"/>
              </a:spcBef>
              <a:buFontTx/>
              <a:buNone/>
              <a:defRPr sz="1200" b="0">
                <a:solidFill>
                  <a:schemeClr val="tx1"/>
                </a:solidFill>
                <a:latin typeface="Century Gothic" pitchFamily="34" charset="0"/>
              </a:defRPr>
            </a:lvl1pPr>
          </a:lstStyle>
          <a:p>
            <a:pPr>
              <a:defRPr/>
            </a:pPr>
            <a:endParaRPr lang="cs-CZ"/>
          </a:p>
        </p:txBody>
      </p:sp>
      <p:sp>
        <p:nvSpPr>
          <p:cNvPr id="1638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0" hangingPunct="0">
              <a:spcBef>
                <a:spcPct val="0"/>
              </a:spcBef>
              <a:buFontTx/>
              <a:buNone/>
              <a:defRPr sz="1200" b="0">
                <a:solidFill>
                  <a:schemeClr val="tx1"/>
                </a:solidFill>
                <a:latin typeface="Century Gothic" panose="020B0502020202020204" pitchFamily="34" charset="0"/>
              </a:defRPr>
            </a:lvl1pPr>
          </a:lstStyle>
          <a:p>
            <a:fld id="{5CF3FF1D-F075-41F6-B290-07919A4348D8}" type="slidenum">
              <a:rPr lang="cs-CZ" altLang="cs-CZ"/>
              <a:pPr/>
              <a:t>‹#›</a:t>
            </a:fld>
            <a:endParaRPr lang="cs-CZ" altLang="cs-CZ"/>
          </a:p>
        </p:txBody>
      </p:sp>
    </p:spTree>
    <p:extLst>
      <p:ext uri="{BB962C8B-B14F-4D97-AF65-F5344CB8AC3E}">
        <p14:creationId xmlns:p14="http://schemas.microsoft.com/office/powerpoint/2010/main" val="56782034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spcBef>
                <a:spcPct val="0"/>
              </a:spcBef>
              <a:buFontTx/>
              <a:buNone/>
              <a:defRPr sz="1200" b="0">
                <a:solidFill>
                  <a:schemeClr val="tx1"/>
                </a:solidFill>
                <a:latin typeface="Century Gothic" pitchFamily="34" charset="0"/>
              </a:defRPr>
            </a:lvl1pPr>
          </a:lstStyle>
          <a:p>
            <a:pPr>
              <a:defRPr/>
            </a:pPr>
            <a:endParaRPr lang="cs-CZ"/>
          </a:p>
        </p:txBody>
      </p:sp>
      <p:sp>
        <p:nvSpPr>
          <p:cNvPr id="3584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spcBef>
                <a:spcPct val="0"/>
              </a:spcBef>
              <a:buFontTx/>
              <a:buNone/>
              <a:defRPr sz="1200" b="0">
                <a:solidFill>
                  <a:schemeClr val="tx1"/>
                </a:solidFill>
                <a:latin typeface="Century Gothic" pitchFamily="34" charset="0"/>
              </a:defRPr>
            </a:lvl1pPr>
          </a:lstStyle>
          <a:p>
            <a:pPr>
              <a:defRPr/>
            </a:pPr>
            <a:endParaRPr lang="cs-CZ"/>
          </a:p>
        </p:txBody>
      </p:sp>
      <p:sp>
        <p:nvSpPr>
          <p:cNvPr id="819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584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cs-CZ" noProof="0"/>
              <a:t>Klepnutím lze upravit styly předlohy textu.</a:t>
            </a:r>
          </a:p>
          <a:p>
            <a:pPr lvl="1"/>
            <a:r>
              <a:rPr lang="cs-CZ" noProof="0"/>
              <a:t>Druhá úroveň</a:t>
            </a:r>
          </a:p>
          <a:p>
            <a:pPr lvl="2"/>
            <a:r>
              <a:rPr lang="cs-CZ" noProof="0"/>
              <a:t>Třetí úroveň</a:t>
            </a:r>
          </a:p>
          <a:p>
            <a:pPr lvl="3"/>
            <a:r>
              <a:rPr lang="cs-CZ" noProof="0"/>
              <a:t>Čtvrtá úroveň</a:t>
            </a:r>
          </a:p>
          <a:p>
            <a:pPr lvl="4"/>
            <a:r>
              <a:rPr lang="cs-CZ" noProof="0"/>
              <a:t>Pátá úroveň</a:t>
            </a:r>
          </a:p>
        </p:txBody>
      </p:sp>
      <p:sp>
        <p:nvSpPr>
          <p:cNvPr id="3584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0" hangingPunct="0">
              <a:spcBef>
                <a:spcPct val="0"/>
              </a:spcBef>
              <a:buFontTx/>
              <a:buNone/>
              <a:defRPr sz="1200" b="0">
                <a:solidFill>
                  <a:schemeClr val="tx1"/>
                </a:solidFill>
                <a:latin typeface="Century Gothic" pitchFamily="34" charset="0"/>
              </a:defRPr>
            </a:lvl1pPr>
          </a:lstStyle>
          <a:p>
            <a:pPr>
              <a:defRPr/>
            </a:pPr>
            <a:endParaRPr lang="cs-CZ"/>
          </a:p>
        </p:txBody>
      </p:sp>
      <p:sp>
        <p:nvSpPr>
          <p:cNvPr id="3584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0" hangingPunct="0">
              <a:spcBef>
                <a:spcPct val="0"/>
              </a:spcBef>
              <a:buFontTx/>
              <a:buNone/>
              <a:defRPr sz="1200" b="0">
                <a:solidFill>
                  <a:schemeClr val="tx1"/>
                </a:solidFill>
                <a:latin typeface="Century Gothic" panose="020B0502020202020204" pitchFamily="34" charset="0"/>
              </a:defRPr>
            </a:lvl1pPr>
          </a:lstStyle>
          <a:p>
            <a:fld id="{511FA9D6-BDC7-4110-B055-029A3A5CC98B}" type="slidenum">
              <a:rPr lang="cs-CZ" altLang="cs-CZ"/>
              <a:pPr/>
              <a:t>‹#›</a:t>
            </a:fld>
            <a:endParaRPr lang="cs-CZ" altLang="cs-CZ"/>
          </a:p>
        </p:txBody>
      </p:sp>
    </p:spTree>
    <p:extLst>
      <p:ext uri="{BB962C8B-B14F-4D97-AF65-F5344CB8AC3E}">
        <p14:creationId xmlns:p14="http://schemas.microsoft.com/office/powerpoint/2010/main" val="61504322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entury Gothic" pitchFamily="34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entury Gothic" pitchFamily="34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entury Gothic" pitchFamily="34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entury Gothic" pitchFamily="34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entury Gothic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Calibri"/>
              <a:buChar char="-"/>
            </a:pPr>
            <a:r>
              <a:rPr lang="en-US" dirty="0">
                <a:latin typeface="Century Gothic"/>
              </a:rPr>
              <a:t>Perlin noise </a:t>
            </a:r>
            <a:r>
              <a:rPr lang="en-US" dirty="0" err="1">
                <a:latin typeface="Century Gothic"/>
              </a:rPr>
              <a:t>vygeneruje</a:t>
            </a:r>
            <a:r>
              <a:rPr lang="en-US" dirty="0">
                <a:latin typeface="Century Gothic"/>
              </a:rPr>
              <a:t> </a:t>
            </a:r>
            <a:r>
              <a:rPr lang="en-US" dirty="0" err="1">
                <a:latin typeface="Century Gothic"/>
              </a:rPr>
              <a:t>šum</a:t>
            </a:r>
            <a:r>
              <a:rPr lang="en-US" dirty="0">
                <a:latin typeface="Century Gothic"/>
              </a:rPr>
              <a:t>, </a:t>
            </a:r>
            <a:r>
              <a:rPr lang="en-US" dirty="0" err="1">
                <a:latin typeface="Century Gothic"/>
              </a:rPr>
              <a:t>který</a:t>
            </a:r>
            <a:r>
              <a:rPr lang="en-US" dirty="0">
                <a:latin typeface="Century Gothic"/>
              </a:rPr>
              <a:t> ale </a:t>
            </a:r>
            <a:r>
              <a:rPr lang="en-US" dirty="0" err="1">
                <a:latin typeface="Century Gothic"/>
              </a:rPr>
              <a:t>není</a:t>
            </a:r>
            <a:r>
              <a:rPr lang="en-US" dirty="0">
                <a:latin typeface="Century Gothic"/>
              </a:rPr>
              <a:t> </a:t>
            </a:r>
            <a:r>
              <a:rPr lang="en-US" dirty="0" err="1">
                <a:latin typeface="Century Gothic"/>
              </a:rPr>
              <a:t>až</a:t>
            </a:r>
            <a:r>
              <a:rPr lang="en-US" dirty="0">
                <a:latin typeface="Century Gothic"/>
              </a:rPr>
              <a:t> </a:t>
            </a:r>
            <a:r>
              <a:rPr lang="en-US" dirty="0" err="1">
                <a:latin typeface="Century Gothic"/>
              </a:rPr>
              <a:t>tak</a:t>
            </a:r>
            <a:r>
              <a:rPr lang="en-US" dirty="0">
                <a:latin typeface="Century Gothic"/>
              </a:rPr>
              <a:t> </a:t>
            </a:r>
            <a:r>
              <a:rPr lang="en-US" dirty="0" err="1">
                <a:latin typeface="Century Gothic"/>
              </a:rPr>
              <a:t>zajímavý</a:t>
            </a:r>
            <a:r>
              <a:rPr lang="en-US" dirty="0">
                <a:latin typeface="Century Gothic"/>
              </a:rPr>
              <a:t> pro </a:t>
            </a:r>
            <a:r>
              <a:rPr lang="en-US" dirty="0" err="1">
                <a:latin typeface="Century Gothic"/>
              </a:rPr>
              <a:t>generování</a:t>
            </a:r>
            <a:r>
              <a:rPr lang="en-US" dirty="0">
                <a:latin typeface="Century Gothic"/>
              </a:rPr>
              <a:t> </a:t>
            </a:r>
            <a:r>
              <a:rPr lang="en-US" dirty="0" err="1">
                <a:latin typeface="Century Gothic"/>
              </a:rPr>
              <a:t>terénu</a:t>
            </a:r>
          </a:p>
          <a:p>
            <a:pPr marL="171450" indent="-171450">
              <a:buFont typeface="Calibri"/>
              <a:buChar char="-"/>
            </a:pPr>
            <a:r>
              <a:rPr lang="en-US" err="1">
                <a:latin typeface="Century Gothic"/>
              </a:rPr>
              <a:t>Kombinací</a:t>
            </a:r>
            <a:r>
              <a:rPr lang="en-US" dirty="0">
                <a:latin typeface="Century Gothic"/>
              </a:rPr>
              <a:t> </a:t>
            </a:r>
            <a:r>
              <a:rPr lang="en-US" err="1">
                <a:latin typeface="Century Gothic"/>
              </a:rPr>
              <a:t>více</a:t>
            </a:r>
            <a:r>
              <a:rPr lang="en-US" dirty="0">
                <a:latin typeface="Century Gothic"/>
              </a:rPr>
              <a:t> </a:t>
            </a:r>
            <a:r>
              <a:rPr lang="en-US" err="1">
                <a:latin typeface="Century Gothic"/>
              </a:rPr>
              <a:t>vrstev</a:t>
            </a:r>
            <a:r>
              <a:rPr lang="en-US" dirty="0">
                <a:latin typeface="Century Gothic"/>
              </a:rPr>
              <a:t> </a:t>
            </a:r>
            <a:r>
              <a:rPr lang="en-US" err="1">
                <a:latin typeface="Century Gothic"/>
              </a:rPr>
              <a:t>vznikne</a:t>
            </a:r>
            <a:r>
              <a:rPr lang="en-US" dirty="0">
                <a:latin typeface="Century Gothic"/>
              </a:rPr>
              <a:t> </a:t>
            </a:r>
            <a:r>
              <a:rPr lang="en-US" err="1">
                <a:latin typeface="Century Gothic"/>
              </a:rPr>
              <a:t>výrazně</a:t>
            </a:r>
            <a:r>
              <a:rPr lang="en-US" dirty="0">
                <a:latin typeface="Century Gothic"/>
              </a:rPr>
              <a:t> </a:t>
            </a:r>
            <a:r>
              <a:rPr lang="en-US" err="1">
                <a:latin typeface="Century Gothic"/>
              </a:rPr>
              <a:t>zajímavější</a:t>
            </a:r>
            <a:r>
              <a:rPr lang="en-US" dirty="0">
                <a:latin typeface="Century Gothic"/>
              </a:rPr>
              <a:t> </a:t>
            </a:r>
            <a:r>
              <a:rPr lang="en-US" err="1">
                <a:latin typeface="Century Gothic"/>
              </a:rPr>
              <a:t>šum</a:t>
            </a:r>
            <a:r>
              <a:rPr lang="en-US" dirty="0">
                <a:latin typeface="Century Gothic"/>
              </a:rPr>
              <a:t> (viz. </a:t>
            </a:r>
            <a:r>
              <a:rPr lang="en-US" err="1">
                <a:latin typeface="Century Gothic"/>
              </a:rPr>
              <a:t>obrázek</a:t>
            </a:r>
            <a:r>
              <a:rPr lang="en-US" dirty="0">
                <a:latin typeface="Century Gothic"/>
              </a:rPr>
              <a:t> </a:t>
            </a:r>
            <a:r>
              <a:rPr lang="en-US" err="1">
                <a:latin typeface="Century Gothic"/>
              </a:rPr>
              <a:t>na</a:t>
            </a:r>
            <a:r>
              <a:rPr lang="en-US" dirty="0">
                <a:latin typeface="Century Gothic"/>
              </a:rPr>
              <a:t> </a:t>
            </a:r>
            <a:r>
              <a:rPr lang="en-US" err="1">
                <a:latin typeface="Century Gothic"/>
              </a:rPr>
              <a:t>pravé</a:t>
            </a:r>
            <a:r>
              <a:rPr lang="en-US" dirty="0">
                <a:latin typeface="Century Gothic"/>
              </a:rPr>
              <a:t> </a:t>
            </a:r>
            <a:r>
              <a:rPr lang="en-US" err="1">
                <a:latin typeface="Century Gothic"/>
              </a:rPr>
              <a:t>straně</a:t>
            </a:r>
            <a:r>
              <a:rPr lang="en-US">
                <a:latin typeface="Century Gothic"/>
              </a:rPr>
              <a:t>)</a:t>
            </a:r>
          </a:p>
          <a:p>
            <a:pPr marL="171450" indent="-171450">
              <a:buFont typeface="Calibri"/>
              <a:buChar char="-"/>
            </a:pPr>
            <a:r>
              <a:rPr lang="en-US" dirty="0">
                <a:latin typeface="Century Gothic"/>
              </a:rPr>
              <a:t>Pro </a:t>
            </a:r>
            <a:r>
              <a:rPr lang="en-US" dirty="0" err="1">
                <a:latin typeface="Century Gothic"/>
              </a:rPr>
              <a:t>kombinování</a:t>
            </a:r>
            <a:r>
              <a:rPr lang="en-US" dirty="0">
                <a:latin typeface="Century Gothic"/>
              </a:rPr>
              <a:t> se </a:t>
            </a:r>
            <a:r>
              <a:rPr lang="en-US" dirty="0" err="1">
                <a:latin typeface="Century Gothic"/>
              </a:rPr>
              <a:t>generují</a:t>
            </a:r>
            <a:r>
              <a:rPr lang="en-US" dirty="0">
                <a:latin typeface="Century Gothic"/>
              </a:rPr>
              <a:t> </a:t>
            </a:r>
            <a:r>
              <a:rPr lang="en-US" dirty="0" err="1">
                <a:latin typeface="Century Gothic"/>
              </a:rPr>
              <a:t>vrstvy</a:t>
            </a:r>
            <a:r>
              <a:rPr lang="en-US" dirty="0">
                <a:latin typeface="Century Gothic"/>
              </a:rPr>
              <a:t> </a:t>
            </a:r>
            <a:r>
              <a:rPr lang="en-US" dirty="0" err="1">
                <a:latin typeface="Century Gothic"/>
              </a:rPr>
              <a:t>šumu</a:t>
            </a:r>
            <a:r>
              <a:rPr lang="en-US" dirty="0">
                <a:latin typeface="Century Gothic"/>
              </a:rPr>
              <a:t> s </a:t>
            </a:r>
            <a:r>
              <a:rPr lang="en-US" dirty="0" err="1">
                <a:latin typeface="Century Gothic"/>
              </a:rPr>
              <a:t>různou</a:t>
            </a:r>
            <a:r>
              <a:rPr lang="en-US" dirty="0">
                <a:latin typeface="Century Gothic"/>
              </a:rPr>
              <a:t> </a:t>
            </a:r>
            <a:r>
              <a:rPr lang="en-US" dirty="0" err="1">
                <a:latin typeface="Century Gothic"/>
              </a:rPr>
              <a:t>amplitudou</a:t>
            </a:r>
            <a:r>
              <a:rPr lang="en-US" dirty="0">
                <a:latin typeface="Century Gothic"/>
              </a:rPr>
              <a:t> a </a:t>
            </a:r>
            <a:r>
              <a:rPr lang="en-US" dirty="0" err="1">
                <a:latin typeface="Century Gothic"/>
              </a:rPr>
              <a:t>frekvencí</a:t>
            </a:r>
          </a:p>
          <a:p>
            <a:pPr marL="628650" lvl="1" indent="-171450">
              <a:buFont typeface="Courier New"/>
              <a:buChar char="o"/>
            </a:pPr>
            <a:r>
              <a:rPr lang="en-US" err="1">
                <a:latin typeface="Century Gothic"/>
              </a:rPr>
              <a:t>Amplituda</a:t>
            </a:r>
            <a:r>
              <a:rPr lang="en-US" dirty="0">
                <a:latin typeface="Century Gothic"/>
              </a:rPr>
              <a:t> </a:t>
            </a:r>
            <a:r>
              <a:rPr lang="en-US" err="1">
                <a:latin typeface="Century Gothic"/>
              </a:rPr>
              <a:t>násobí</a:t>
            </a:r>
            <a:r>
              <a:rPr lang="en-US" dirty="0">
                <a:latin typeface="Century Gothic"/>
              </a:rPr>
              <a:t> </a:t>
            </a:r>
            <a:r>
              <a:rPr lang="en-US" err="1">
                <a:latin typeface="Century Gothic"/>
              </a:rPr>
              <a:t>výsledek</a:t>
            </a:r>
            <a:r>
              <a:rPr lang="en-US" dirty="0">
                <a:latin typeface="Century Gothic"/>
              </a:rPr>
              <a:t> </a:t>
            </a:r>
            <a:r>
              <a:rPr lang="en-US" err="1">
                <a:latin typeface="Century Gothic"/>
              </a:rPr>
              <a:t>šumu</a:t>
            </a:r>
            <a:r>
              <a:rPr lang="en-US" dirty="0">
                <a:latin typeface="Century Gothic"/>
              </a:rPr>
              <a:t> (</a:t>
            </a:r>
            <a:r>
              <a:rPr lang="en-US" err="1">
                <a:latin typeface="Century Gothic"/>
              </a:rPr>
              <a:t>na</a:t>
            </a:r>
            <a:r>
              <a:rPr lang="en-US" dirty="0">
                <a:latin typeface="Century Gothic"/>
              </a:rPr>
              <a:t> </a:t>
            </a:r>
            <a:r>
              <a:rPr lang="en-US" err="1">
                <a:latin typeface="Century Gothic"/>
              </a:rPr>
              <a:t>počátku</a:t>
            </a:r>
            <a:r>
              <a:rPr lang="en-US" dirty="0">
                <a:latin typeface="Century Gothic"/>
              </a:rPr>
              <a:t> 1, pro </a:t>
            </a:r>
            <a:r>
              <a:rPr lang="en-US" err="1">
                <a:latin typeface="Century Gothic"/>
              </a:rPr>
              <a:t>další</a:t>
            </a:r>
            <a:r>
              <a:rPr lang="en-US" dirty="0">
                <a:latin typeface="Century Gothic"/>
              </a:rPr>
              <a:t> </a:t>
            </a:r>
            <a:r>
              <a:rPr lang="en-US" err="1">
                <a:latin typeface="Century Gothic"/>
              </a:rPr>
              <a:t>vrstvu</a:t>
            </a:r>
            <a:r>
              <a:rPr lang="en-US" dirty="0">
                <a:latin typeface="Century Gothic"/>
              </a:rPr>
              <a:t> </a:t>
            </a:r>
            <a:r>
              <a:rPr lang="en-US" err="1">
                <a:latin typeface="Century Gothic"/>
              </a:rPr>
              <a:t>polovina</a:t>
            </a:r>
            <a:r>
              <a:rPr lang="en-US" dirty="0">
                <a:latin typeface="Century Gothic"/>
              </a:rPr>
              <a:t> </a:t>
            </a:r>
            <a:r>
              <a:rPr lang="en-US" err="1">
                <a:latin typeface="Century Gothic"/>
              </a:rPr>
              <a:t>předchozí</a:t>
            </a:r>
            <a:r>
              <a:rPr lang="en-US">
                <a:latin typeface="Century Gothic"/>
              </a:rPr>
              <a:t>)</a:t>
            </a:r>
          </a:p>
          <a:p>
            <a:pPr marL="628650" lvl="1" indent="-171450">
              <a:buFont typeface="Courier New"/>
              <a:buChar char="o"/>
            </a:pPr>
            <a:r>
              <a:rPr lang="en-US" dirty="0" err="1">
                <a:latin typeface="Century Gothic"/>
              </a:rPr>
              <a:t>Frekvence</a:t>
            </a:r>
            <a:r>
              <a:rPr lang="en-US" dirty="0">
                <a:latin typeface="Century Gothic"/>
              </a:rPr>
              <a:t> </a:t>
            </a:r>
            <a:r>
              <a:rPr lang="en-US" dirty="0" err="1">
                <a:latin typeface="Century Gothic"/>
              </a:rPr>
              <a:t>mění</a:t>
            </a:r>
            <a:r>
              <a:rPr lang="en-US" dirty="0">
                <a:latin typeface="Century Gothic"/>
              </a:rPr>
              <a:t> </a:t>
            </a:r>
            <a:r>
              <a:rPr lang="en-US" dirty="0" err="1">
                <a:latin typeface="Century Gothic"/>
              </a:rPr>
              <a:t>velikost</a:t>
            </a:r>
            <a:r>
              <a:rPr lang="en-US" dirty="0">
                <a:latin typeface="Century Gothic"/>
              </a:rPr>
              <a:t> </a:t>
            </a:r>
            <a:r>
              <a:rPr lang="en-US" dirty="0" err="1">
                <a:latin typeface="Century Gothic"/>
              </a:rPr>
              <a:t>kroku</a:t>
            </a:r>
            <a:r>
              <a:rPr lang="en-US" dirty="0">
                <a:latin typeface="Century Gothic"/>
              </a:rPr>
              <a:t> (</a:t>
            </a:r>
            <a:r>
              <a:rPr lang="en-US" dirty="0" err="1">
                <a:latin typeface="Century Gothic"/>
              </a:rPr>
              <a:t>na</a:t>
            </a:r>
            <a:r>
              <a:rPr lang="en-US" dirty="0">
                <a:latin typeface="Century Gothic"/>
              </a:rPr>
              <a:t> </a:t>
            </a:r>
            <a:r>
              <a:rPr lang="en-US" dirty="0" err="1">
                <a:latin typeface="Century Gothic"/>
              </a:rPr>
              <a:t>počátku</a:t>
            </a:r>
            <a:r>
              <a:rPr lang="en-US" dirty="0">
                <a:latin typeface="Century Gothic"/>
              </a:rPr>
              <a:t> 1, pro </a:t>
            </a:r>
            <a:r>
              <a:rPr lang="en-US" dirty="0" err="1">
                <a:latin typeface="Century Gothic"/>
              </a:rPr>
              <a:t>další</a:t>
            </a:r>
            <a:r>
              <a:rPr lang="en-US" dirty="0">
                <a:latin typeface="Century Gothic"/>
              </a:rPr>
              <a:t> </a:t>
            </a:r>
            <a:r>
              <a:rPr lang="en-US" dirty="0" err="1">
                <a:latin typeface="Century Gothic"/>
              </a:rPr>
              <a:t>vrsvu</a:t>
            </a:r>
            <a:r>
              <a:rPr lang="en-US" dirty="0">
                <a:latin typeface="Century Gothic"/>
              </a:rPr>
              <a:t> </a:t>
            </a:r>
            <a:r>
              <a:rPr lang="en-US" dirty="0" err="1">
                <a:latin typeface="Century Gothic"/>
              </a:rPr>
              <a:t>dvojnásobek</a:t>
            </a:r>
            <a:r>
              <a:rPr lang="en-US" dirty="0">
                <a:latin typeface="Century Gothic"/>
              </a:rPr>
              <a:t> </a:t>
            </a:r>
            <a:r>
              <a:rPr lang="en-US" dirty="0" err="1">
                <a:latin typeface="Century Gothic"/>
              </a:rPr>
              <a:t>předchozí</a:t>
            </a:r>
            <a:r>
              <a:rPr lang="en-US" dirty="0">
                <a:latin typeface="Century Gothic"/>
              </a:rPr>
              <a:t>)</a:t>
            </a:r>
            <a:endParaRPr lang="en-US" dirty="0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11FA9D6-BDC7-4110-B055-029A3A5CC98B}" type="slidenum">
              <a:rPr lang="cs-CZ" altLang="cs-CZ" smtClean="0"/>
              <a:pPr/>
              <a:t>3</a:t>
            </a:fld>
            <a:endParaRPr lang="cs-CZ" altLang="cs-CZ"/>
          </a:p>
        </p:txBody>
      </p:sp>
    </p:spTree>
    <p:extLst>
      <p:ext uri="{BB962C8B-B14F-4D97-AF65-F5344CB8AC3E}">
        <p14:creationId xmlns:p14="http://schemas.microsoft.com/office/powerpoint/2010/main" val="189975623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85750" indent="-285750">
              <a:buFont typeface="Calibri"/>
              <a:buChar char="-"/>
            </a:pPr>
            <a:r>
              <a:rPr lang="en-US" dirty="0" err="1">
                <a:latin typeface="Calibri"/>
                <a:ea typeface="Calibri"/>
                <a:cs typeface="Calibri"/>
              </a:rPr>
              <a:t>Výsledkem</a:t>
            </a:r>
            <a:r>
              <a:rPr lang="en-US" dirty="0">
                <a:latin typeface="Calibri"/>
                <a:ea typeface="Calibri"/>
                <a:cs typeface="Calibri"/>
              </a:rPr>
              <a:t> </a:t>
            </a:r>
            <a:r>
              <a:rPr lang="en-US" dirty="0" err="1">
                <a:latin typeface="Calibri"/>
                <a:ea typeface="Calibri"/>
                <a:cs typeface="Calibri"/>
              </a:rPr>
              <a:t>kombinace</a:t>
            </a:r>
            <a:r>
              <a:rPr lang="en-US" dirty="0">
                <a:latin typeface="Calibri"/>
                <a:ea typeface="Calibri"/>
                <a:cs typeface="Calibri"/>
              </a:rPr>
              <a:t> </a:t>
            </a:r>
            <a:r>
              <a:rPr lang="en-US" dirty="0" err="1">
                <a:latin typeface="Calibri"/>
                <a:ea typeface="Calibri"/>
                <a:cs typeface="Calibri"/>
              </a:rPr>
              <a:t>několika</a:t>
            </a:r>
            <a:r>
              <a:rPr lang="en-US" dirty="0">
                <a:latin typeface="Calibri"/>
                <a:ea typeface="Calibri"/>
                <a:cs typeface="Calibri"/>
              </a:rPr>
              <a:t> </a:t>
            </a:r>
            <a:r>
              <a:rPr lang="en-US" dirty="0" err="1">
                <a:latin typeface="Calibri"/>
                <a:ea typeface="Calibri"/>
                <a:cs typeface="Calibri"/>
              </a:rPr>
              <a:t>vrstev</a:t>
            </a:r>
            <a:r>
              <a:rPr lang="en-US" dirty="0">
                <a:latin typeface="Calibri"/>
                <a:ea typeface="Calibri"/>
                <a:cs typeface="Calibri"/>
              </a:rPr>
              <a:t> </a:t>
            </a:r>
            <a:r>
              <a:rPr lang="en-US" dirty="0" err="1">
                <a:latin typeface="Calibri"/>
                <a:ea typeface="Calibri"/>
                <a:cs typeface="Calibri"/>
              </a:rPr>
              <a:t>šumu</a:t>
            </a:r>
            <a:r>
              <a:rPr lang="en-US" dirty="0">
                <a:latin typeface="Calibri"/>
                <a:ea typeface="Calibri"/>
                <a:cs typeface="Calibri"/>
              </a:rPr>
              <a:t> </a:t>
            </a:r>
            <a:r>
              <a:rPr lang="en-US" dirty="0" err="1">
                <a:latin typeface="Calibri"/>
                <a:ea typeface="Calibri"/>
                <a:cs typeface="Calibri"/>
              </a:rPr>
              <a:t>vznikne</a:t>
            </a:r>
            <a:r>
              <a:rPr lang="en-US" dirty="0">
                <a:latin typeface="Calibri"/>
                <a:ea typeface="Calibri"/>
                <a:cs typeface="Calibri"/>
              </a:rPr>
              <a:t> </a:t>
            </a:r>
            <a:r>
              <a:rPr lang="en-US" dirty="0" err="1">
                <a:latin typeface="Calibri"/>
                <a:ea typeface="Calibri"/>
                <a:cs typeface="Calibri"/>
              </a:rPr>
              <a:t>tzv</a:t>
            </a:r>
            <a:r>
              <a:rPr lang="en-US" dirty="0">
                <a:latin typeface="Calibri"/>
                <a:ea typeface="Calibri"/>
                <a:cs typeface="Calibri"/>
              </a:rPr>
              <a:t>. height </a:t>
            </a:r>
            <a:r>
              <a:rPr lang="en-US" dirty="0" err="1">
                <a:latin typeface="Calibri"/>
                <a:ea typeface="Calibri"/>
                <a:cs typeface="Calibri"/>
              </a:rPr>
              <a:t>mapa</a:t>
            </a:r>
            <a:endParaRPr lang="en-US" dirty="0">
              <a:latin typeface="Calibri"/>
              <a:ea typeface="Calibri"/>
              <a:cs typeface="Calibri"/>
            </a:endParaRPr>
          </a:p>
          <a:p>
            <a:pPr marL="285750" indent="-285750">
              <a:buFont typeface="Calibri"/>
              <a:buChar char="-"/>
            </a:pPr>
            <a:r>
              <a:rPr lang="en-US" dirty="0">
                <a:latin typeface="Calibri"/>
                <a:ea typeface="Calibri"/>
                <a:cs typeface="Calibri"/>
              </a:rPr>
              <a:t>Na </a:t>
            </a:r>
            <a:r>
              <a:rPr lang="en-US" err="1">
                <a:latin typeface="Calibri"/>
                <a:ea typeface="Calibri"/>
                <a:cs typeface="Calibri"/>
              </a:rPr>
              <a:t>základě</a:t>
            </a:r>
            <a:r>
              <a:rPr lang="en-US" dirty="0">
                <a:latin typeface="Calibri"/>
                <a:ea typeface="Calibri"/>
                <a:cs typeface="Calibri"/>
              </a:rPr>
              <a:t> height </a:t>
            </a:r>
            <a:r>
              <a:rPr lang="en-US" err="1">
                <a:latin typeface="Calibri"/>
                <a:ea typeface="Calibri"/>
                <a:cs typeface="Calibri"/>
              </a:rPr>
              <a:t>mapy</a:t>
            </a:r>
            <a:r>
              <a:rPr lang="en-US" dirty="0">
                <a:latin typeface="Calibri"/>
                <a:ea typeface="Calibri"/>
                <a:cs typeface="Calibri"/>
              </a:rPr>
              <a:t> se </a:t>
            </a:r>
            <a:r>
              <a:rPr lang="en-US" err="1">
                <a:latin typeface="Calibri"/>
                <a:ea typeface="Calibri"/>
                <a:cs typeface="Calibri"/>
              </a:rPr>
              <a:t>generují</a:t>
            </a:r>
            <a:r>
              <a:rPr lang="en-US" dirty="0">
                <a:latin typeface="Calibri"/>
                <a:ea typeface="Calibri"/>
                <a:cs typeface="Calibri"/>
              </a:rPr>
              <a:t> </a:t>
            </a:r>
            <a:r>
              <a:rPr lang="en-US" err="1">
                <a:latin typeface="Calibri"/>
                <a:ea typeface="Calibri"/>
                <a:cs typeface="Calibri"/>
              </a:rPr>
              <a:t>vertexy</a:t>
            </a:r>
            <a:r>
              <a:rPr lang="en-US" dirty="0">
                <a:latin typeface="Calibri"/>
                <a:ea typeface="Calibri"/>
                <a:cs typeface="Calibri"/>
              </a:rPr>
              <a:t> (y = </a:t>
            </a:r>
            <a:r>
              <a:rPr lang="en-US" err="1">
                <a:latin typeface="Calibri"/>
                <a:ea typeface="Calibri"/>
                <a:cs typeface="Calibri"/>
              </a:rPr>
              <a:t>výška</a:t>
            </a:r>
            <a:r>
              <a:rPr lang="en-US" dirty="0">
                <a:latin typeface="Calibri"/>
                <a:ea typeface="Calibri"/>
                <a:cs typeface="Calibri"/>
              </a:rPr>
              <a:t> </a:t>
            </a:r>
            <a:r>
              <a:rPr lang="en-US" err="1">
                <a:latin typeface="Calibri"/>
                <a:ea typeface="Calibri"/>
                <a:cs typeface="Calibri"/>
              </a:rPr>
              <a:t>terénu</a:t>
            </a:r>
            <a:r>
              <a:rPr lang="en-US" dirty="0">
                <a:latin typeface="Calibri"/>
                <a:ea typeface="Calibri"/>
                <a:cs typeface="Calibri"/>
              </a:rPr>
              <a:t> = </a:t>
            </a:r>
            <a:r>
              <a:rPr lang="en-US" err="1">
                <a:latin typeface="Calibri"/>
                <a:ea typeface="Calibri"/>
                <a:cs typeface="Calibri"/>
              </a:rPr>
              <a:t>hodnota</a:t>
            </a:r>
            <a:r>
              <a:rPr lang="en-US">
                <a:latin typeface="Calibri"/>
                <a:ea typeface="Calibri"/>
                <a:cs typeface="Calibri"/>
              </a:rPr>
              <a:t> v height </a:t>
            </a:r>
            <a:r>
              <a:rPr lang="en-US" err="1">
                <a:latin typeface="Calibri"/>
                <a:ea typeface="Calibri"/>
                <a:cs typeface="Calibri"/>
              </a:rPr>
              <a:t>mapě</a:t>
            </a:r>
            <a:r>
              <a:rPr lang="en-US">
                <a:latin typeface="Calibri"/>
                <a:ea typeface="Calibri"/>
                <a:cs typeface="Calibri"/>
              </a:rPr>
              <a:t>)</a:t>
            </a:r>
          </a:p>
          <a:p>
            <a:pPr marL="285750" indent="-285750">
              <a:buFont typeface="Calibri"/>
              <a:buChar char="-"/>
            </a:pPr>
            <a:r>
              <a:rPr lang="en-US" err="1">
                <a:latin typeface="Calibri"/>
                <a:ea typeface="Calibri"/>
                <a:cs typeface="Calibri"/>
              </a:rPr>
              <a:t>Osvětlení</a:t>
            </a:r>
            <a:r>
              <a:rPr lang="en-US">
                <a:latin typeface="Calibri"/>
                <a:ea typeface="Calibri"/>
                <a:cs typeface="Calibri"/>
              </a:rPr>
              <a:t>:</a:t>
            </a:r>
          </a:p>
          <a:p>
            <a:pPr marL="742950" lvl="1" indent="-285750">
              <a:buFont typeface="Courier New"/>
              <a:buChar char="o"/>
            </a:pPr>
            <a:r>
              <a:rPr lang="en-US" err="1">
                <a:latin typeface="Calibri"/>
                <a:ea typeface="Calibri"/>
                <a:cs typeface="Calibri"/>
              </a:rPr>
              <a:t>Ambientní</a:t>
            </a:r>
            <a:r>
              <a:rPr lang="en-US" dirty="0">
                <a:latin typeface="Calibri"/>
                <a:ea typeface="Calibri"/>
                <a:cs typeface="Calibri"/>
              </a:rPr>
              <a:t>: </a:t>
            </a:r>
            <a:r>
              <a:rPr lang="en-US" err="1">
                <a:latin typeface="Calibri"/>
                <a:ea typeface="Calibri"/>
                <a:cs typeface="Calibri"/>
              </a:rPr>
              <a:t>minimální</a:t>
            </a:r>
            <a:r>
              <a:rPr lang="en-US" dirty="0">
                <a:latin typeface="Calibri"/>
                <a:ea typeface="Calibri"/>
                <a:cs typeface="Calibri"/>
              </a:rPr>
              <a:t> </a:t>
            </a:r>
            <a:r>
              <a:rPr lang="en-US" err="1">
                <a:latin typeface="Calibri"/>
                <a:ea typeface="Calibri"/>
                <a:cs typeface="Calibri"/>
              </a:rPr>
              <a:t>intenzita</a:t>
            </a:r>
            <a:r>
              <a:rPr lang="en-US" dirty="0">
                <a:latin typeface="Calibri"/>
                <a:ea typeface="Calibri"/>
                <a:cs typeface="Calibri"/>
              </a:rPr>
              <a:t> </a:t>
            </a:r>
            <a:r>
              <a:rPr lang="en-US" err="1">
                <a:latin typeface="Calibri"/>
                <a:ea typeface="Calibri"/>
                <a:cs typeface="Calibri"/>
              </a:rPr>
              <a:t>světla</a:t>
            </a:r>
            <a:r>
              <a:rPr lang="en-US" dirty="0">
                <a:latin typeface="Calibri"/>
                <a:ea typeface="Calibri"/>
                <a:cs typeface="Calibri"/>
              </a:rPr>
              <a:t> (</a:t>
            </a:r>
            <a:r>
              <a:rPr lang="en-US" err="1">
                <a:latin typeface="Calibri"/>
                <a:ea typeface="Calibri"/>
                <a:cs typeface="Calibri"/>
              </a:rPr>
              <a:t>např</a:t>
            </a:r>
            <a:r>
              <a:rPr lang="en-US" dirty="0">
                <a:latin typeface="Calibri"/>
                <a:ea typeface="Calibri"/>
                <a:cs typeface="Calibri"/>
              </a:rPr>
              <a:t>. </a:t>
            </a:r>
            <a:r>
              <a:rPr lang="en-US" err="1">
                <a:latin typeface="Calibri"/>
                <a:ea typeface="Calibri"/>
                <a:cs typeface="Calibri"/>
              </a:rPr>
              <a:t>když</a:t>
            </a:r>
            <a:r>
              <a:rPr lang="en-US" dirty="0">
                <a:latin typeface="Calibri"/>
                <a:ea typeface="Calibri"/>
                <a:cs typeface="Calibri"/>
              </a:rPr>
              <a:t> </a:t>
            </a:r>
            <a:r>
              <a:rPr lang="en-US" err="1">
                <a:latin typeface="Calibri"/>
                <a:ea typeface="Calibri"/>
                <a:cs typeface="Calibri"/>
              </a:rPr>
              <a:t>na</a:t>
            </a:r>
            <a:r>
              <a:rPr lang="en-US" dirty="0">
                <a:latin typeface="Calibri"/>
                <a:ea typeface="Calibri"/>
                <a:cs typeface="Calibri"/>
              </a:rPr>
              <a:t> </a:t>
            </a:r>
            <a:r>
              <a:rPr lang="en-US" err="1">
                <a:latin typeface="Calibri"/>
                <a:ea typeface="Calibri"/>
                <a:cs typeface="Calibri"/>
              </a:rPr>
              <a:t>objekt</a:t>
            </a:r>
            <a:r>
              <a:rPr lang="en-US" dirty="0">
                <a:latin typeface="Calibri"/>
                <a:ea typeface="Calibri"/>
                <a:cs typeface="Calibri"/>
              </a:rPr>
              <a:t> </a:t>
            </a:r>
            <a:r>
              <a:rPr lang="en-US" err="1">
                <a:latin typeface="Calibri"/>
                <a:ea typeface="Calibri"/>
                <a:cs typeface="Calibri"/>
              </a:rPr>
              <a:t>přímo</a:t>
            </a:r>
            <a:r>
              <a:rPr lang="en-US" dirty="0">
                <a:latin typeface="Calibri"/>
                <a:ea typeface="Calibri"/>
                <a:cs typeface="Calibri"/>
              </a:rPr>
              <a:t> </a:t>
            </a:r>
            <a:r>
              <a:rPr lang="en-US" err="1">
                <a:latin typeface="Calibri"/>
                <a:ea typeface="Calibri"/>
                <a:cs typeface="Calibri"/>
              </a:rPr>
              <a:t>nesvítí</a:t>
            </a:r>
            <a:r>
              <a:rPr lang="en-US" dirty="0">
                <a:latin typeface="Calibri"/>
                <a:ea typeface="Calibri"/>
                <a:cs typeface="Calibri"/>
              </a:rPr>
              <a:t>, </a:t>
            </a:r>
            <a:r>
              <a:rPr lang="en-US" err="1">
                <a:latin typeface="Calibri"/>
                <a:ea typeface="Calibri"/>
                <a:cs typeface="Calibri"/>
              </a:rPr>
              <a:t>nebude</a:t>
            </a:r>
            <a:r>
              <a:rPr lang="en-US" dirty="0">
                <a:latin typeface="Calibri"/>
                <a:ea typeface="Calibri"/>
                <a:cs typeface="Calibri"/>
              </a:rPr>
              <a:t> </a:t>
            </a:r>
            <a:r>
              <a:rPr lang="en-US" err="1">
                <a:latin typeface="Calibri"/>
                <a:ea typeface="Calibri"/>
                <a:cs typeface="Calibri"/>
              </a:rPr>
              <a:t>plně</a:t>
            </a:r>
            <a:r>
              <a:rPr lang="en-US" dirty="0">
                <a:latin typeface="Calibri"/>
                <a:ea typeface="Calibri"/>
                <a:cs typeface="Calibri"/>
              </a:rPr>
              <a:t> </a:t>
            </a:r>
            <a:r>
              <a:rPr lang="en-US" err="1">
                <a:latin typeface="Calibri"/>
                <a:ea typeface="Calibri"/>
                <a:cs typeface="Calibri"/>
              </a:rPr>
              <a:t>černý</a:t>
            </a:r>
            <a:r>
              <a:rPr lang="en-US" dirty="0">
                <a:latin typeface="Calibri"/>
                <a:ea typeface="Calibri"/>
                <a:cs typeface="Calibri"/>
              </a:rPr>
              <a:t>)</a:t>
            </a:r>
          </a:p>
          <a:p>
            <a:pPr marL="742950" lvl="1" indent="-285750">
              <a:buFont typeface="Courier New"/>
              <a:buChar char="o"/>
            </a:pPr>
            <a:r>
              <a:rPr lang="en-US" err="1">
                <a:latin typeface="Calibri"/>
                <a:ea typeface="Calibri"/>
                <a:cs typeface="Calibri"/>
              </a:rPr>
              <a:t>Difúzní</a:t>
            </a:r>
            <a:r>
              <a:rPr lang="en-US" dirty="0">
                <a:latin typeface="Calibri"/>
                <a:ea typeface="Calibri"/>
                <a:cs typeface="Calibri"/>
              </a:rPr>
              <a:t>: </a:t>
            </a:r>
            <a:r>
              <a:rPr lang="en-US" err="1">
                <a:latin typeface="Calibri"/>
                <a:ea typeface="Calibri"/>
                <a:cs typeface="Calibri"/>
              </a:rPr>
              <a:t>na</a:t>
            </a:r>
            <a:r>
              <a:rPr lang="en-US" dirty="0">
                <a:latin typeface="Calibri"/>
                <a:ea typeface="Calibri"/>
                <a:cs typeface="Calibri"/>
              </a:rPr>
              <a:t> </a:t>
            </a:r>
            <a:r>
              <a:rPr lang="en-US" err="1">
                <a:latin typeface="Calibri"/>
                <a:ea typeface="Calibri"/>
                <a:cs typeface="Calibri"/>
              </a:rPr>
              <a:t>základě</a:t>
            </a:r>
            <a:r>
              <a:rPr lang="en-US" dirty="0">
                <a:latin typeface="Calibri"/>
                <a:ea typeface="Calibri"/>
                <a:cs typeface="Calibri"/>
              </a:rPr>
              <a:t> </a:t>
            </a:r>
            <a:r>
              <a:rPr lang="en-US" err="1">
                <a:latin typeface="Calibri"/>
                <a:ea typeface="Calibri"/>
                <a:cs typeface="Calibri"/>
              </a:rPr>
              <a:t>úhlu</a:t>
            </a:r>
            <a:r>
              <a:rPr lang="en-US" dirty="0">
                <a:latin typeface="Calibri"/>
                <a:ea typeface="Calibri"/>
                <a:cs typeface="Calibri"/>
              </a:rPr>
              <a:t> </a:t>
            </a:r>
            <a:r>
              <a:rPr lang="en-US" err="1">
                <a:latin typeface="Calibri"/>
                <a:ea typeface="Calibri"/>
                <a:cs typeface="Calibri"/>
              </a:rPr>
              <a:t>normály</a:t>
            </a:r>
            <a:r>
              <a:rPr lang="en-US" dirty="0">
                <a:latin typeface="Calibri"/>
                <a:ea typeface="Calibri"/>
                <a:cs typeface="Calibri"/>
              </a:rPr>
              <a:t> a </a:t>
            </a:r>
            <a:r>
              <a:rPr lang="en-US" err="1">
                <a:latin typeface="Calibri"/>
                <a:ea typeface="Calibri"/>
                <a:cs typeface="Calibri"/>
              </a:rPr>
              <a:t>směrovému</a:t>
            </a:r>
            <a:r>
              <a:rPr lang="en-US" dirty="0">
                <a:latin typeface="Calibri"/>
                <a:ea typeface="Calibri"/>
                <a:cs typeface="Calibri"/>
              </a:rPr>
              <a:t> </a:t>
            </a:r>
            <a:r>
              <a:rPr lang="en-US" err="1">
                <a:latin typeface="Calibri"/>
                <a:ea typeface="Calibri"/>
                <a:cs typeface="Calibri"/>
              </a:rPr>
              <a:t>vektoru</a:t>
            </a:r>
            <a:r>
              <a:rPr lang="en-US" dirty="0">
                <a:latin typeface="Calibri"/>
                <a:ea typeface="Calibri"/>
                <a:cs typeface="Calibri"/>
              </a:rPr>
              <a:t> od </a:t>
            </a:r>
            <a:r>
              <a:rPr lang="en-US" err="1">
                <a:latin typeface="Calibri"/>
                <a:ea typeface="Calibri"/>
                <a:cs typeface="Calibri"/>
              </a:rPr>
              <a:t>fragmentu</a:t>
            </a:r>
            <a:r>
              <a:rPr lang="en-US" dirty="0">
                <a:latin typeface="Calibri"/>
                <a:ea typeface="Calibri"/>
                <a:cs typeface="Calibri"/>
              </a:rPr>
              <a:t> </a:t>
            </a:r>
            <a:r>
              <a:rPr lang="en-US" err="1">
                <a:latin typeface="Calibri"/>
                <a:ea typeface="Calibri"/>
                <a:cs typeface="Calibri"/>
              </a:rPr>
              <a:t>ke</a:t>
            </a:r>
            <a:r>
              <a:rPr lang="en-US" dirty="0">
                <a:latin typeface="Calibri"/>
                <a:ea typeface="Calibri"/>
                <a:cs typeface="Calibri"/>
              </a:rPr>
              <a:t> </a:t>
            </a:r>
            <a:r>
              <a:rPr lang="en-US" err="1">
                <a:latin typeface="Calibri"/>
                <a:ea typeface="Calibri"/>
                <a:cs typeface="Calibri"/>
              </a:rPr>
              <a:t>zdroji</a:t>
            </a:r>
            <a:r>
              <a:rPr lang="en-US" dirty="0">
                <a:latin typeface="Calibri"/>
                <a:ea typeface="Calibri"/>
                <a:cs typeface="Calibri"/>
              </a:rPr>
              <a:t> </a:t>
            </a:r>
            <a:r>
              <a:rPr lang="en-US" err="1">
                <a:latin typeface="Calibri"/>
                <a:ea typeface="Calibri"/>
                <a:cs typeface="Calibri"/>
              </a:rPr>
              <a:t>světla</a:t>
            </a:r>
            <a:r>
              <a:rPr lang="en-US" dirty="0">
                <a:latin typeface="Calibri"/>
                <a:ea typeface="Calibri"/>
                <a:cs typeface="Calibri"/>
              </a:rPr>
              <a:t> (</a:t>
            </a:r>
            <a:r>
              <a:rPr lang="en-US" err="1">
                <a:latin typeface="Calibri"/>
                <a:ea typeface="Calibri"/>
                <a:cs typeface="Calibri"/>
              </a:rPr>
              <a:t>čím</a:t>
            </a:r>
            <a:r>
              <a:rPr lang="en-US" dirty="0">
                <a:latin typeface="Calibri"/>
                <a:ea typeface="Calibri"/>
                <a:cs typeface="Calibri"/>
              </a:rPr>
              <a:t> </a:t>
            </a:r>
            <a:r>
              <a:rPr lang="en-US" err="1">
                <a:latin typeface="Calibri"/>
                <a:ea typeface="Calibri"/>
                <a:cs typeface="Calibri"/>
              </a:rPr>
              <a:t>méně</a:t>
            </a:r>
            <a:r>
              <a:rPr lang="en-US" dirty="0">
                <a:latin typeface="Calibri"/>
                <a:ea typeface="Calibri"/>
                <a:cs typeface="Calibri"/>
              </a:rPr>
              <a:t> </a:t>
            </a:r>
            <a:r>
              <a:rPr lang="en-US" err="1">
                <a:latin typeface="Calibri"/>
                <a:ea typeface="Calibri"/>
                <a:cs typeface="Calibri"/>
              </a:rPr>
              <a:t>kolmé</a:t>
            </a:r>
            <a:r>
              <a:rPr lang="en-US" dirty="0">
                <a:latin typeface="Calibri"/>
                <a:ea typeface="Calibri"/>
                <a:cs typeface="Calibri"/>
              </a:rPr>
              <a:t>, </a:t>
            </a:r>
            <a:r>
              <a:rPr lang="en-US" err="1">
                <a:latin typeface="Calibri"/>
                <a:ea typeface="Calibri"/>
                <a:cs typeface="Calibri"/>
              </a:rPr>
              <a:t>tím</a:t>
            </a:r>
            <a:r>
              <a:rPr lang="en-US" dirty="0">
                <a:latin typeface="Calibri"/>
                <a:ea typeface="Calibri"/>
                <a:cs typeface="Calibri"/>
              </a:rPr>
              <a:t> </a:t>
            </a:r>
            <a:r>
              <a:rPr lang="en-US" err="1">
                <a:latin typeface="Calibri"/>
                <a:ea typeface="Calibri"/>
                <a:cs typeface="Calibri"/>
              </a:rPr>
              <a:t>tmavší</a:t>
            </a:r>
            <a:r>
              <a:rPr lang="en-US">
                <a:latin typeface="Calibri"/>
                <a:ea typeface="Calibri"/>
                <a:cs typeface="Calibri"/>
              </a:rPr>
              <a:t>)</a:t>
            </a:r>
          </a:p>
          <a:p>
            <a:pPr marL="171450" indent="-171450">
              <a:buFont typeface="Calibri"/>
              <a:buChar char="-"/>
            </a:pPr>
            <a:r>
              <a:rPr lang="en-US" dirty="0" err="1">
                <a:latin typeface="Calibri"/>
                <a:ea typeface="Calibri"/>
                <a:cs typeface="Calibri"/>
              </a:rPr>
              <a:t>Výsledný</a:t>
            </a:r>
            <a:r>
              <a:rPr lang="en-US" dirty="0">
                <a:latin typeface="Calibri"/>
                <a:ea typeface="Calibri"/>
                <a:cs typeface="Calibri"/>
              </a:rPr>
              <a:t> </a:t>
            </a:r>
            <a:r>
              <a:rPr lang="en-US" dirty="0" err="1">
                <a:latin typeface="Calibri"/>
                <a:ea typeface="Calibri"/>
                <a:cs typeface="Calibri"/>
              </a:rPr>
              <a:t>terén</a:t>
            </a:r>
            <a:r>
              <a:rPr lang="en-US" dirty="0">
                <a:latin typeface="Calibri"/>
                <a:ea typeface="Calibri"/>
                <a:cs typeface="Calibri"/>
              </a:rPr>
              <a:t> </a:t>
            </a:r>
            <a:r>
              <a:rPr lang="en-US" dirty="0" err="1">
                <a:latin typeface="Calibri"/>
                <a:ea typeface="Calibri"/>
                <a:cs typeface="Calibri"/>
              </a:rPr>
              <a:t>působní</a:t>
            </a:r>
            <a:r>
              <a:rPr lang="en-US" dirty="0">
                <a:latin typeface="Calibri"/>
                <a:ea typeface="Calibri"/>
                <a:cs typeface="Calibri"/>
              </a:rPr>
              <a:t> </a:t>
            </a:r>
            <a:r>
              <a:rPr lang="en-US" dirty="0" err="1">
                <a:latin typeface="Calibri"/>
                <a:ea typeface="Calibri"/>
                <a:cs typeface="Calibri"/>
              </a:rPr>
              <a:t>nepřirozeně</a:t>
            </a:r>
            <a:r>
              <a:rPr lang="en-US" dirty="0">
                <a:latin typeface="Calibri"/>
                <a:ea typeface="Calibri"/>
                <a:cs typeface="Calibri"/>
              </a:rPr>
              <a:t> - </a:t>
            </a:r>
            <a:r>
              <a:rPr lang="en-US" dirty="0" err="1">
                <a:latin typeface="Calibri"/>
                <a:ea typeface="Calibri"/>
                <a:cs typeface="Calibri"/>
              </a:rPr>
              <a:t>velmi</a:t>
            </a:r>
            <a:r>
              <a:rPr lang="en-US" dirty="0">
                <a:latin typeface="Calibri"/>
                <a:ea typeface="Calibri"/>
                <a:cs typeface="Calibri"/>
              </a:rPr>
              <a:t> </a:t>
            </a:r>
            <a:r>
              <a:rPr lang="en-US" dirty="0" err="1">
                <a:latin typeface="Calibri"/>
                <a:ea typeface="Calibri"/>
                <a:cs typeface="Calibri"/>
              </a:rPr>
              <a:t>jemný</a:t>
            </a:r>
            <a:r>
              <a:rPr lang="en-US" dirty="0">
                <a:latin typeface="Calibri"/>
                <a:ea typeface="Calibri"/>
                <a:cs typeface="Calibri"/>
              </a:rPr>
              <a:t> a </a:t>
            </a:r>
            <a:r>
              <a:rPr lang="en-US" dirty="0" err="1">
                <a:latin typeface="Calibri"/>
                <a:ea typeface="Calibri"/>
                <a:cs typeface="Calibri"/>
              </a:rPr>
              <a:t>vlnitý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1FA9D6-BDC7-4110-B055-029A3A5CC98B}" type="slidenum">
              <a:rPr lang="cs-CZ" altLang="cs-CZ"/>
              <a:pPr/>
              <a:t>4</a:t>
            </a:fld>
            <a:endParaRPr lang="cs-CZ" altLang="cs-CZ"/>
          </a:p>
        </p:txBody>
      </p:sp>
    </p:spTree>
    <p:extLst>
      <p:ext uri="{BB962C8B-B14F-4D97-AF65-F5344CB8AC3E}">
        <p14:creationId xmlns:p14="http://schemas.microsoft.com/office/powerpoint/2010/main" val="223502702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85750" indent="-285750">
              <a:buFont typeface="Calibri"/>
              <a:buChar char="-"/>
            </a:pPr>
            <a:r>
              <a:rPr lang="en-US" dirty="0">
                <a:latin typeface="Calibri"/>
                <a:ea typeface="Calibri"/>
                <a:cs typeface="Calibri"/>
              </a:rPr>
              <a:t>Pro </a:t>
            </a:r>
            <a:r>
              <a:rPr lang="en-US" err="1">
                <a:latin typeface="Calibri"/>
                <a:ea typeface="Calibri"/>
                <a:cs typeface="Calibri"/>
              </a:rPr>
              <a:t>více</a:t>
            </a:r>
            <a:r>
              <a:rPr lang="en-US" dirty="0">
                <a:latin typeface="Calibri"/>
                <a:ea typeface="Calibri"/>
                <a:cs typeface="Calibri"/>
              </a:rPr>
              <a:t> </a:t>
            </a:r>
            <a:r>
              <a:rPr lang="en-US" err="1">
                <a:latin typeface="Calibri"/>
                <a:ea typeface="Calibri"/>
                <a:cs typeface="Calibri"/>
              </a:rPr>
              <a:t>přirozený</a:t>
            </a:r>
            <a:r>
              <a:rPr lang="en-US" dirty="0">
                <a:latin typeface="Calibri"/>
                <a:ea typeface="Calibri"/>
                <a:cs typeface="Calibri"/>
              </a:rPr>
              <a:t> </a:t>
            </a:r>
            <a:r>
              <a:rPr lang="en-US" err="1">
                <a:latin typeface="Calibri"/>
                <a:ea typeface="Calibri"/>
                <a:cs typeface="Calibri"/>
              </a:rPr>
              <a:t>terén</a:t>
            </a:r>
            <a:r>
              <a:rPr lang="en-US" dirty="0">
                <a:latin typeface="Calibri"/>
                <a:ea typeface="Calibri"/>
                <a:cs typeface="Calibri"/>
              </a:rPr>
              <a:t> </a:t>
            </a:r>
            <a:r>
              <a:rPr lang="en-US" err="1">
                <a:latin typeface="Calibri"/>
                <a:ea typeface="Calibri"/>
                <a:cs typeface="Calibri"/>
              </a:rPr>
              <a:t>lze</a:t>
            </a:r>
            <a:r>
              <a:rPr lang="en-US" dirty="0">
                <a:latin typeface="Calibri"/>
                <a:ea typeface="Calibri"/>
                <a:cs typeface="Calibri"/>
              </a:rPr>
              <a:t> </a:t>
            </a:r>
            <a:r>
              <a:rPr lang="en-US" err="1">
                <a:latin typeface="Calibri"/>
                <a:ea typeface="Calibri"/>
                <a:cs typeface="Calibri"/>
              </a:rPr>
              <a:t>využít</a:t>
            </a:r>
            <a:r>
              <a:rPr lang="en-US" dirty="0">
                <a:latin typeface="Calibri"/>
                <a:ea typeface="Calibri"/>
                <a:cs typeface="Calibri"/>
              </a:rPr>
              <a:t> </a:t>
            </a:r>
            <a:r>
              <a:rPr lang="en-US" err="1">
                <a:latin typeface="Calibri"/>
                <a:ea typeface="Calibri"/>
                <a:cs typeface="Calibri"/>
              </a:rPr>
              <a:t>hydraulickou</a:t>
            </a:r>
            <a:r>
              <a:rPr lang="en-US" dirty="0">
                <a:latin typeface="Calibri"/>
                <a:ea typeface="Calibri"/>
                <a:cs typeface="Calibri"/>
              </a:rPr>
              <a:t> </a:t>
            </a:r>
            <a:r>
              <a:rPr lang="en-US" err="1">
                <a:latin typeface="Calibri"/>
                <a:ea typeface="Calibri"/>
                <a:cs typeface="Calibri"/>
              </a:rPr>
              <a:t>erozi</a:t>
            </a:r>
            <a:endParaRPr lang="en-US" dirty="0" err="1">
              <a:latin typeface="Calibri"/>
              <a:ea typeface="Calibri"/>
              <a:cs typeface="Calibri"/>
            </a:endParaRPr>
          </a:p>
          <a:p>
            <a:pPr marL="285750" indent="-285750">
              <a:buFont typeface="Calibri"/>
              <a:buChar char="-"/>
            </a:pPr>
            <a:r>
              <a:rPr lang="en-US" dirty="0">
                <a:latin typeface="Calibri"/>
                <a:ea typeface="Calibri"/>
                <a:cs typeface="Calibri"/>
              </a:rPr>
              <a:t>Je to </a:t>
            </a:r>
            <a:r>
              <a:rPr lang="en-US" dirty="0" err="1">
                <a:latin typeface="Calibri"/>
                <a:ea typeface="Calibri"/>
                <a:cs typeface="Calibri"/>
              </a:rPr>
              <a:t>simulace</a:t>
            </a:r>
            <a:r>
              <a:rPr lang="en-US" dirty="0">
                <a:latin typeface="Calibri"/>
                <a:ea typeface="Calibri"/>
                <a:cs typeface="Calibri"/>
              </a:rPr>
              <a:t> </a:t>
            </a:r>
            <a:r>
              <a:rPr lang="en-US" dirty="0" err="1">
                <a:latin typeface="Calibri"/>
                <a:ea typeface="Calibri"/>
                <a:cs typeface="Calibri"/>
              </a:rPr>
              <a:t>deště</a:t>
            </a:r>
            <a:r>
              <a:rPr lang="en-US" dirty="0">
                <a:latin typeface="Calibri"/>
                <a:ea typeface="Calibri"/>
                <a:cs typeface="Calibri"/>
              </a:rPr>
              <a:t>, </a:t>
            </a:r>
            <a:r>
              <a:rPr lang="en-US" dirty="0" err="1">
                <a:latin typeface="Calibri"/>
                <a:ea typeface="Calibri"/>
                <a:cs typeface="Calibri"/>
              </a:rPr>
              <a:t>kdy</a:t>
            </a:r>
            <a:r>
              <a:rPr lang="en-US" dirty="0">
                <a:latin typeface="Calibri"/>
                <a:ea typeface="Calibri"/>
                <a:cs typeface="Calibri"/>
              </a:rPr>
              <a:t> </a:t>
            </a:r>
            <a:r>
              <a:rPr lang="en-US" dirty="0" err="1">
                <a:latin typeface="Calibri"/>
                <a:ea typeface="Calibri"/>
                <a:cs typeface="Calibri"/>
              </a:rPr>
              <a:t>na</a:t>
            </a:r>
            <a:r>
              <a:rPr lang="en-US" dirty="0">
                <a:latin typeface="Calibri"/>
                <a:ea typeface="Calibri"/>
                <a:cs typeface="Calibri"/>
              </a:rPr>
              <a:t> </a:t>
            </a:r>
            <a:r>
              <a:rPr lang="en-US" dirty="0" err="1">
                <a:latin typeface="Calibri"/>
                <a:ea typeface="Calibri"/>
                <a:cs typeface="Calibri"/>
              </a:rPr>
              <a:t>náhodnou</a:t>
            </a:r>
            <a:r>
              <a:rPr lang="en-US" dirty="0">
                <a:latin typeface="Calibri"/>
                <a:ea typeface="Calibri"/>
                <a:cs typeface="Calibri"/>
              </a:rPr>
              <a:t> </a:t>
            </a:r>
            <a:r>
              <a:rPr lang="en-US" dirty="0" err="1">
                <a:latin typeface="Calibri"/>
                <a:ea typeface="Calibri"/>
                <a:cs typeface="Calibri"/>
              </a:rPr>
              <a:t>pozici</a:t>
            </a:r>
            <a:r>
              <a:rPr lang="en-US" dirty="0">
                <a:latin typeface="Calibri"/>
                <a:ea typeface="Calibri"/>
                <a:cs typeface="Calibri"/>
              </a:rPr>
              <a:t> v </a:t>
            </a:r>
            <a:r>
              <a:rPr lang="en-US" dirty="0" err="1">
                <a:latin typeface="Calibri"/>
                <a:ea typeface="Calibri"/>
                <a:cs typeface="Calibri"/>
              </a:rPr>
              <a:t>terénu</a:t>
            </a:r>
            <a:r>
              <a:rPr lang="en-US" dirty="0">
                <a:latin typeface="Calibri"/>
                <a:ea typeface="Calibri"/>
                <a:cs typeface="Calibri"/>
              </a:rPr>
              <a:t> </a:t>
            </a:r>
            <a:r>
              <a:rPr lang="en-US" dirty="0" err="1">
                <a:latin typeface="Calibri"/>
                <a:ea typeface="Calibri"/>
                <a:cs typeface="Calibri"/>
              </a:rPr>
              <a:t>spadne</a:t>
            </a:r>
            <a:r>
              <a:rPr lang="en-US" dirty="0">
                <a:latin typeface="Calibri"/>
                <a:ea typeface="Calibri"/>
                <a:cs typeface="Calibri"/>
              </a:rPr>
              <a:t> </a:t>
            </a:r>
            <a:r>
              <a:rPr lang="en-US" dirty="0" err="1">
                <a:latin typeface="Calibri"/>
                <a:ea typeface="Calibri"/>
                <a:cs typeface="Calibri"/>
              </a:rPr>
              <a:t>kapka</a:t>
            </a:r>
            <a:r>
              <a:rPr lang="en-US" dirty="0">
                <a:latin typeface="Calibri"/>
                <a:ea typeface="Calibri"/>
                <a:cs typeface="Calibri"/>
              </a:rPr>
              <a:t>, </a:t>
            </a:r>
            <a:r>
              <a:rPr lang="en-US" dirty="0" err="1">
                <a:latin typeface="Calibri"/>
                <a:ea typeface="Calibri"/>
                <a:cs typeface="Calibri"/>
              </a:rPr>
              <a:t>která</a:t>
            </a:r>
            <a:r>
              <a:rPr lang="en-US" dirty="0">
                <a:latin typeface="Calibri"/>
                <a:ea typeface="Calibri"/>
                <a:cs typeface="Calibri"/>
              </a:rPr>
              <a:t> se po </a:t>
            </a:r>
            <a:r>
              <a:rPr lang="en-US" dirty="0" err="1">
                <a:latin typeface="Calibri"/>
                <a:ea typeface="Calibri"/>
                <a:cs typeface="Calibri"/>
              </a:rPr>
              <a:t>terénu</a:t>
            </a:r>
            <a:r>
              <a:rPr lang="en-US" dirty="0">
                <a:latin typeface="Calibri"/>
                <a:ea typeface="Calibri"/>
                <a:cs typeface="Calibri"/>
              </a:rPr>
              <a:t> </a:t>
            </a:r>
            <a:r>
              <a:rPr lang="en-US" dirty="0" err="1">
                <a:latin typeface="Calibri"/>
                <a:ea typeface="Calibri"/>
                <a:cs typeface="Calibri"/>
              </a:rPr>
              <a:t>pohybuje</a:t>
            </a:r>
            <a:r>
              <a:rPr lang="en-US" dirty="0">
                <a:latin typeface="Calibri"/>
                <a:ea typeface="Calibri"/>
                <a:cs typeface="Calibri"/>
              </a:rPr>
              <a:t> a </a:t>
            </a:r>
            <a:r>
              <a:rPr lang="en-US" dirty="0" err="1">
                <a:latin typeface="Calibri"/>
                <a:ea typeface="Calibri"/>
                <a:cs typeface="Calibri"/>
              </a:rPr>
              <a:t>přesouvá</a:t>
            </a:r>
            <a:r>
              <a:rPr lang="en-US" dirty="0">
                <a:latin typeface="Calibri"/>
                <a:ea typeface="Calibri"/>
                <a:cs typeface="Calibri"/>
              </a:rPr>
              <a:t> </a:t>
            </a:r>
            <a:r>
              <a:rPr lang="en-US" dirty="0" err="1">
                <a:latin typeface="Calibri"/>
                <a:ea typeface="Calibri"/>
                <a:cs typeface="Calibri"/>
              </a:rPr>
              <a:t>kusy</a:t>
            </a:r>
            <a:r>
              <a:rPr lang="en-US" dirty="0">
                <a:latin typeface="Calibri"/>
                <a:ea typeface="Calibri"/>
                <a:cs typeface="Calibri"/>
              </a:rPr>
              <a:t> </a:t>
            </a:r>
            <a:r>
              <a:rPr lang="en-US" dirty="0" err="1">
                <a:latin typeface="Calibri"/>
                <a:ea typeface="Calibri"/>
                <a:cs typeface="Calibri"/>
              </a:rPr>
              <a:t>půdy</a:t>
            </a:r>
          </a:p>
          <a:p>
            <a:pPr marL="285750" indent="-285750">
              <a:buFont typeface="Calibri"/>
              <a:buChar char="-"/>
            </a:pPr>
            <a:r>
              <a:rPr lang="en-US" dirty="0" err="1">
                <a:latin typeface="Calibri"/>
                <a:ea typeface="Calibri"/>
                <a:cs typeface="Calibri"/>
              </a:rPr>
              <a:t>Výsledkem</a:t>
            </a:r>
            <a:r>
              <a:rPr lang="en-US" dirty="0">
                <a:latin typeface="Calibri"/>
                <a:ea typeface="Calibri"/>
                <a:cs typeface="Calibri"/>
              </a:rPr>
              <a:t> je </a:t>
            </a:r>
            <a:r>
              <a:rPr lang="en-US" dirty="0" err="1">
                <a:latin typeface="Calibri"/>
                <a:ea typeface="Calibri"/>
                <a:cs typeface="Calibri"/>
              </a:rPr>
              <a:t>méně</a:t>
            </a:r>
            <a:r>
              <a:rPr lang="en-US" dirty="0">
                <a:latin typeface="Calibri"/>
                <a:ea typeface="Calibri"/>
                <a:cs typeface="Calibri"/>
              </a:rPr>
              <a:t> </a:t>
            </a:r>
            <a:r>
              <a:rPr lang="en-US" dirty="0" err="1">
                <a:latin typeface="Calibri"/>
                <a:ea typeface="Calibri"/>
                <a:cs typeface="Calibri"/>
              </a:rPr>
              <a:t>pravidelný</a:t>
            </a:r>
            <a:r>
              <a:rPr lang="en-US" dirty="0">
                <a:latin typeface="Calibri"/>
                <a:ea typeface="Calibri"/>
                <a:cs typeface="Calibri"/>
              </a:rPr>
              <a:t> a </a:t>
            </a:r>
            <a:r>
              <a:rPr lang="en-US" dirty="0" err="1">
                <a:latin typeface="Calibri"/>
                <a:ea typeface="Calibri"/>
                <a:cs typeface="Calibri"/>
              </a:rPr>
              <a:t>hladký</a:t>
            </a:r>
            <a:r>
              <a:rPr lang="en-US" dirty="0">
                <a:latin typeface="Calibri"/>
                <a:ea typeface="Calibri"/>
                <a:cs typeface="Calibri"/>
              </a:rPr>
              <a:t> </a:t>
            </a:r>
            <a:r>
              <a:rPr lang="en-US" dirty="0" err="1">
                <a:latin typeface="Calibri"/>
                <a:ea typeface="Calibri"/>
                <a:cs typeface="Calibri"/>
              </a:rPr>
              <a:t>terén</a:t>
            </a:r>
            <a:r>
              <a:rPr lang="en-US" dirty="0">
                <a:latin typeface="Calibri"/>
                <a:ea typeface="Calibri"/>
                <a:cs typeface="Calibri"/>
              </a:rPr>
              <a:t>, </a:t>
            </a:r>
            <a:r>
              <a:rPr lang="en-US" dirty="0" err="1">
                <a:latin typeface="Calibri"/>
                <a:ea typeface="Calibri"/>
                <a:cs typeface="Calibri"/>
              </a:rPr>
              <a:t>který</a:t>
            </a:r>
            <a:r>
              <a:rPr lang="en-US" dirty="0">
                <a:latin typeface="Calibri"/>
                <a:ea typeface="Calibri"/>
                <a:cs typeface="Calibri"/>
              </a:rPr>
              <a:t> </a:t>
            </a:r>
            <a:r>
              <a:rPr lang="en-US" dirty="0" err="1">
                <a:latin typeface="Calibri"/>
                <a:ea typeface="Calibri"/>
                <a:cs typeface="Calibri"/>
              </a:rPr>
              <a:t>více</a:t>
            </a:r>
            <a:r>
              <a:rPr lang="en-US" dirty="0">
                <a:latin typeface="Calibri"/>
                <a:ea typeface="Calibri"/>
                <a:cs typeface="Calibri"/>
              </a:rPr>
              <a:t> </a:t>
            </a:r>
            <a:r>
              <a:rPr lang="en-US" dirty="0" err="1">
                <a:latin typeface="Calibri"/>
                <a:ea typeface="Calibri"/>
                <a:cs typeface="Calibri"/>
              </a:rPr>
              <a:t>připomíná</a:t>
            </a:r>
            <a:r>
              <a:rPr lang="en-US" dirty="0">
                <a:latin typeface="Calibri"/>
                <a:ea typeface="Calibri"/>
                <a:cs typeface="Calibri"/>
              </a:rPr>
              <a:t> </a:t>
            </a:r>
            <a:r>
              <a:rPr lang="en-US" dirty="0" err="1">
                <a:latin typeface="Calibri"/>
                <a:ea typeface="Calibri"/>
                <a:cs typeface="Calibri"/>
              </a:rPr>
              <a:t>reálný</a:t>
            </a:r>
            <a:r>
              <a:rPr lang="en-US" dirty="0">
                <a:latin typeface="Calibri"/>
                <a:ea typeface="Calibri"/>
                <a:cs typeface="Calibri"/>
              </a:rPr>
              <a:t> </a:t>
            </a:r>
            <a:r>
              <a:rPr lang="en-US" dirty="0" err="1">
                <a:latin typeface="Calibri"/>
                <a:ea typeface="Calibri"/>
                <a:cs typeface="Calibri"/>
              </a:rPr>
              <a:t>terén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1FA9D6-BDC7-4110-B055-029A3A5CC98B}" type="slidenum">
              <a:rPr lang="cs-CZ" altLang="cs-CZ"/>
              <a:pPr/>
              <a:t>5</a:t>
            </a:fld>
            <a:endParaRPr lang="cs-CZ" altLang="cs-CZ"/>
          </a:p>
        </p:txBody>
      </p:sp>
    </p:spTree>
    <p:extLst>
      <p:ext uri="{BB962C8B-B14F-4D97-AF65-F5344CB8AC3E}">
        <p14:creationId xmlns:p14="http://schemas.microsoft.com/office/powerpoint/2010/main" val="41445433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85750" indent="-285750">
              <a:buFont typeface="Calibri"/>
              <a:buChar char="-"/>
            </a:pPr>
            <a:r>
              <a:rPr lang="en-US" dirty="0" err="1">
                <a:latin typeface="Calibri"/>
                <a:ea typeface="Calibri"/>
                <a:cs typeface="Calibri"/>
              </a:rPr>
              <a:t>Finální</a:t>
            </a:r>
            <a:r>
              <a:rPr lang="en-US" dirty="0">
                <a:latin typeface="Calibri"/>
                <a:ea typeface="Calibri"/>
                <a:cs typeface="Calibri"/>
              </a:rPr>
              <a:t> </a:t>
            </a:r>
            <a:r>
              <a:rPr lang="en-US" dirty="0" err="1">
                <a:latin typeface="Calibri"/>
                <a:ea typeface="Calibri"/>
                <a:cs typeface="Calibri"/>
              </a:rPr>
              <a:t>generování</a:t>
            </a:r>
            <a:r>
              <a:rPr lang="en-US" dirty="0">
                <a:latin typeface="Calibri"/>
                <a:ea typeface="Calibri"/>
                <a:cs typeface="Calibri"/>
              </a:rPr>
              <a:t> </a:t>
            </a:r>
            <a:r>
              <a:rPr lang="en-US" dirty="0" err="1">
                <a:latin typeface="Calibri"/>
                <a:ea typeface="Calibri"/>
                <a:cs typeface="Calibri"/>
              </a:rPr>
              <a:t>terénu</a:t>
            </a:r>
            <a:r>
              <a:rPr lang="en-US" dirty="0">
                <a:latin typeface="Calibri"/>
                <a:ea typeface="Calibri"/>
                <a:cs typeface="Calibri"/>
              </a:rPr>
              <a:t> je </a:t>
            </a:r>
            <a:r>
              <a:rPr lang="en-US" dirty="0" err="1">
                <a:latin typeface="Calibri"/>
                <a:ea typeface="Calibri"/>
                <a:cs typeface="Calibri"/>
              </a:rPr>
              <a:t>tedy</a:t>
            </a:r>
            <a:r>
              <a:rPr lang="en-US" dirty="0">
                <a:latin typeface="Calibri"/>
                <a:ea typeface="Calibri"/>
                <a:cs typeface="Calibri"/>
              </a:rPr>
              <a:t> </a:t>
            </a:r>
            <a:r>
              <a:rPr lang="en-US" dirty="0" err="1">
                <a:latin typeface="Calibri"/>
                <a:ea typeface="Calibri"/>
                <a:cs typeface="Calibri"/>
              </a:rPr>
              <a:t>složeno</a:t>
            </a:r>
            <a:r>
              <a:rPr lang="en-US" dirty="0">
                <a:latin typeface="Calibri"/>
                <a:ea typeface="Calibri"/>
                <a:cs typeface="Calibri"/>
              </a:rPr>
              <a:t> z:</a:t>
            </a:r>
          </a:p>
          <a:p>
            <a:pPr marL="1028700" lvl="1" indent="-285750">
              <a:buFont typeface="Courier New"/>
              <a:buChar char="o"/>
            </a:pPr>
            <a:r>
              <a:rPr lang="en-US" dirty="0" err="1">
                <a:latin typeface="Calibri"/>
                <a:ea typeface="Calibri"/>
                <a:cs typeface="Calibri"/>
              </a:rPr>
              <a:t>Generování</a:t>
            </a:r>
            <a:r>
              <a:rPr lang="en-US" dirty="0">
                <a:latin typeface="Calibri"/>
                <a:ea typeface="Calibri"/>
                <a:cs typeface="Calibri"/>
              </a:rPr>
              <a:t> a </a:t>
            </a:r>
            <a:r>
              <a:rPr lang="en-US" dirty="0" err="1">
                <a:latin typeface="Calibri"/>
                <a:ea typeface="Calibri"/>
                <a:cs typeface="Calibri"/>
              </a:rPr>
              <a:t>skládání</a:t>
            </a:r>
            <a:r>
              <a:rPr lang="en-US" dirty="0">
                <a:latin typeface="Calibri"/>
                <a:ea typeface="Calibri"/>
                <a:cs typeface="Calibri"/>
              </a:rPr>
              <a:t> </a:t>
            </a:r>
            <a:r>
              <a:rPr lang="en-US" dirty="0" err="1">
                <a:latin typeface="Calibri"/>
                <a:ea typeface="Calibri"/>
                <a:cs typeface="Calibri"/>
              </a:rPr>
              <a:t>více</a:t>
            </a:r>
            <a:r>
              <a:rPr lang="en-US" dirty="0">
                <a:latin typeface="Calibri"/>
                <a:ea typeface="Calibri"/>
                <a:cs typeface="Calibri"/>
              </a:rPr>
              <a:t> </a:t>
            </a:r>
            <a:r>
              <a:rPr lang="en-US" dirty="0" err="1">
                <a:latin typeface="Calibri"/>
                <a:ea typeface="Calibri"/>
                <a:cs typeface="Calibri"/>
              </a:rPr>
              <a:t>vrstev</a:t>
            </a:r>
            <a:r>
              <a:rPr lang="en-US" dirty="0">
                <a:latin typeface="Calibri"/>
                <a:ea typeface="Calibri"/>
                <a:cs typeface="Calibri"/>
              </a:rPr>
              <a:t> </a:t>
            </a:r>
            <a:r>
              <a:rPr lang="en-US" dirty="0" err="1">
                <a:latin typeface="Calibri"/>
                <a:ea typeface="Calibri"/>
                <a:cs typeface="Calibri"/>
              </a:rPr>
              <a:t>šumu</a:t>
            </a:r>
            <a:r>
              <a:rPr lang="en-US" dirty="0">
                <a:latin typeface="Calibri"/>
                <a:ea typeface="Calibri"/>
                <a:cs typeface="Calibri"/>
              </a:rPr>
              <a:t>, </a:t>
            </a:r>
            <a:r>
              <a:rPr lang="en-US" dirty="0" err="1">
                <a:latin typeface="Calibri"/>
                <a:ea typeface="Calibri"/>
                <a:cs typeface="Calibri"/>
              </a:rPr>
              <a:t>který</a:t>
            </a:r>
            <a:r>
              <a:rPr lang="en-US" dirty="0">
                <a:latin typeface="Calibri"/>
                <a:ea typeface="Calibri"/>
                <a:cs typeface="Calibri"/>
              </a:rPr>
              <a:t> </a:t>
            </a:r>
            <a:r>
              <a:rPr lang="en-US" dirty="0" err="1">
                <a:latin typeface="Calibri"/>
                <a:ea typeface="Calibri"/>
                <a:cs typeface="Calibri"/>
              </a:rPr>
              <a:t>byl</a:t>
            </a:r>
            <a:r>
              <a:rPr lang="en-US" dirty="0">
                <a:latin typeface="Calibri"/>
                <a:ea typeface="Calibri"/>
                <a:cs typeface="Calibri"/>
              </a:rPr>
              <a:t> </a:t>
            </a:r>
            <a:r>
              <a:rPr lang="en-US" dirty="0" err="1">
                <a:latin typeface="Calibri"/>
                <a:ea typeface="Calibri"/>
                <a:cs typeface="Calibri"/>
              </a:rPr>
              <a:t>vygenerován</a:t>
            </a:r>
            <a:r>
              <a:rPr lang="en-US" dirty="0">
                <a:latin typeface="Calibri"/>
                <a:ea typeface="Calibri"/>
                <a:cs typeface="Calibri"/>
              </a:rPr>
              <a:t> </a:t>
            </a:r>
            <a:r>
              <a:rPr lang="en-US" dirty="0" err="1">
                <a:latin typeface="Calibri"/>
                <a:ea typeface="Calibri"/>
                <a:cs typeface="Calibri"/>
              </a:rPr>
              <a:t>pomocí</a:t>
            </a:r>
            <a:r>
              <a:rPr lang="en-US" dirty="0">
                <a:latin typeface="Calibri"/>
                <a:ea typeface="Calibri"/>
                <a:cs typeface="Calibri"/>
              </a:rPr>
              <a:t> Perlin</a:t>
            </a:r>
          </a:p>
          <a:p>
            <a:pPr marL="1028700" lvl="1" indent="-285750">
              <a:buFont typeface="Courier New"/>
              <a:buChar char="o"/>
            </a:pPr>
            <a:r>
              <a:rPr lang="en-US" dirty="0" err="1">
                <a:latin typeface="Calibri"/>
                <a:ea typeface="Calibri"/>
                <a:cs typeface="Calibri"/>
              </a:rPr>
              <a:t>Simulace</a:t>
            </a:r>
            <a:r>
              <a:rPr lang="en-US" dirty="0">
                <a:latin typeface="Calibri"/>
                <a:ea typeface="Calibri"/>
                <a:cs typeface="Calibri"/>
              </a:rPr>
              <a:t> </a:t>
            </a:r>
            <a:r>
              <a:rPr lang="en-US" dirty="0" err="1">
                <a:latin typeface="Calibri"/>
                <a:ea typeface="Calibri"/>
                <a:cs typeface="Calibri"/>
              </a:rPr>
              <a:t>hydraulické</a:t>
            </a:r>
            <a:r>
              <a:rPr lang="en-US" dirty="0">
                <a:latin typeface="Calibri"/>
                <a:ea typeface="Calibri"/>
                <a:cs typeface="Calibri"/>
              </a:rPr>
              <a:t> </a:t>
            </a:r>
            <a:r>
              <a:rPr lang="en-US" dirty="0" err="1">
                <a:latin typeface="Calibri"/>
                <a:ea typeface="Calibri"/>
                <a:cs typeface="Calibri"/>
              </a:rPr>
              <a:t>eroze</a:t>
            </a:r>
            <a:r>
              <a:rPr lang="en-US" dirty="0">
                <a:latin typeface="Calibri"/>
                <a:ea typeface="Calibri"/>
                <a:cs typeface="Calibri"/>
              </a:rPr>
              <a:t>, </a:t>
            </a:r>
            <a:r>
              <a:rPr lang="en-US" dirty="0" err="1">
                <a:latin typeface="Calibri"/>
                <a:ea typeface="Calibri"/>
                <a:cs typeface="Calibri"/>
              </a:rPr>
              <a:t>kterou</a:t>
            </a:r>
            <a:r>
              <a:rPr lang="en-US" dirty="0">
                <a:latin typeface="Calibri"/>
                <a:ea typeface="Calibri"/>
                <a:cs typeface="Calibri"/>
              </a:rPr>
              <a:t> </a:t>
            </a:r>
            <a:r>
              <a:rPr lang="en-US" dirty="0" err="1">
                <a:latin typeface="Calibri"/>
                <a:ea typeface="Calibri"/>
                <a:cs typeface="Calibri"/>
              </a:rPr>
              <a:t>upravuje</a:t>
            </a:r>
            <a:r>
              <a:rPr lang="en-US" dirty="0">
                <a:latin typeface="Calibri"/>
                <a:ea typeface="Calibri"/>
                <a:cs typeface="Calibri"/>
              </a:rPr>
              <a:t> height </a:t>
            </a:r>
            <a:r>
              <a:rPr lang="en-US" dirty="0" err="1">
                <a:latin typeface="Calibri"/>
                <a:ea typeface="Calibri"/>
                <a:cs typeface="Calibri"/>
              </a:rPr>
              <a:t>mapu</a:t>
            </a:r>
          </a:p>
          <a:p>
            <a:pPr marL="1028700" lvl="1" indent="-285750">
              <a:buFont typeface="Courier New"/>
              <a:buChar char="o"/>
            </a:pPr>
            <a:r>
              <a:rPr lang="en-US" err="1">
                <a:latin typeface="Calibri"/>
                <a:ea typeface="Calibri"/>
                <a:cs typeface="Calibri"/>
              </a:rPr>
              <a:t>Generování</a:t>
            </a:r>
            <a:r>
              <a:rPr lang="en-US" dirty="0">
                <a:latin typeface="Calibri"/>
                <a:ea typeface="Calibri"/>
                <a:cs typeface="Calibri"/>
              </a:rPr>
              <a:t> </a:t>
            </a:r>
            <a:r>
              <a:rPr lang="en-US" err="1">
                <a:latin typeface="Calibri"/>
                <a:ea typeface="Calibri"/>
                <a:cs typeface="Calibri"/>
              </a:rPr>
              <a:t>vertexů</a:t>
            </a:r>
            <a:r>
              <a:rPr lang="en-US">
                <a:latin typeface="Calibri"/>
                <a:ea typeface="Calibri"/>
                <a:cs typeface="Calibri"/>
              </a:rPr>
              <a:t> z height </a:t>
            </a:r>
            <a:r>
              <a:rPr lang="en-US" err="1">
                <a:latin typeface="Calibri"/>
                <a:ea typeface="Calibri"/>
                <a:cs typeface="Calibri"/>
              </a:rPr>
              <a:t>mapy</a:t>
            </a:r>
            <a:endParaRPr lang="en-US" dirty="0">
              <a:latin typeface="Calibri"/>
              <a:ea typeface="Calibri"/>
              <a:cs typeface="Calibri"/>
            </a:endParaRPr>
          </a:p>
          <a:p>
            <a:pPr marL="1028700" lvl="1" indent="-285750">
              <a:buFont typeface="Courier New"/>
              <a:buChar char="o"/>
            </a:pPr>
            <a:r>
              <a:rPr lang="en-US" dirty="0" err="1">
                <a:latin typeface="Calibri"/>
                <a:ea typeface="Calibri"/>
                <a:cs typeface="Calibri"/>
              </a:rPr>
              <a:t>Zobrazení</a:t>
            </a:r>
            <a:r>
              <a:rPr lang="en-US" dirty="0">
                <a:latin typeface="Calibri"/>
                <a:ea typeface="Calibri"/>
                <a:cs typeface="Calibri"/>
              </a:rPr>
              <a:t> </a:t>
            </a:r>
            <a:r>
              <a:rPr lang="en-US" dirty="0" err="1">
                <a:latin typeface="Calibri"/>
                <a:ea typeface="Calibri"/>
                <a:cs typeface="Calibri"/>
              </a:rPr>
              <a:t>terénu</a:t>
            </a:r>
            <a:r>
              <a:rPr lang="en-US" dirty="0">
                <a:latin typeface="Calibri"/>
                <a:ea typeface="Calibri"/>
                <a:cs typeface="Calibri"/>
              </a:rPr>
              <a:t> a </a:t>
            </a:r>
            <a:r>
              <a:rPr lang="en-US" dirty="0" err="1">
                <a:latin typeface="Calibri"/>
                <a:ea typeface="Calibri"/>
                <a:cs typeface="Calibri"/>
              </a:rPr>
              <a:t>jeho</a:t>
            </a:r>
            <a:r>
              <a:rPr lang="en-US" dirty="0">
                <a:latin typeface="Calibri"/>
                <a:ea typeface="Calibri"/>
                <a:cs typeface="Calibri"/>
              </a:rPr>
              <a:t> </a:t>
            </a:r>
            <a:r>
              <a:rPr lang="en-US" dirty="0" err="1">
                <a:latin typeface="Calibri"/>
                <a:ea typeface="Calibri"/>
                <a:cs typeface="Calibri"/>
              </a:rPr>
              <a:t>barvení</a:t>
            </a:r>
            <a:r>
              <a:rPr lang="en-US" dirty="0">
                <a:latin typeface="Calibri"/>
                <a:ea typeface="Calibri"/>
                <a:cs typeface="Calibri"/>
              </a:rPr>
              <a:t> </a:t>
            </a:r>
            <a:r>
              <a:rPr lang="en-US" dirty="0" err="1">
                <a:latin typeface="Calibri"/>
                <a:ea typeface="Calibri"/>
                <a:cs typeface="Calibri"/>
              </a:rPr>
              <a:t>na</a:t>
            </a:r>
            <a:r>
              <a:rPr lang="en-US" dirty="0">
                <a:latin typeface="Calibri"/>
                <a:ea typeface="Calibri"/>
                <a:cs typeface="Calibri"/>
              </a:rPr>
              <a:t> </a:t>
            </a:r>
            <a:r>
              <a:rPr lang="en-US" dirty="0" err="1">
                <a:latin typeface="Calibri"/>
                <a:ea typeface="Calibri"/>
                <a:cs typeface="Calibri"/>
              </a:rPr>
              <a:t>základě</a:t>
            </a:r>
            <a:r>
              <a:rPr lang="en-US" dirty="0">
                <a:latin typeface="Calibri"/>
                <a:ea typeface="Calibri"/>
                <a:cs typeface="Calibri"/>
              </a:rPr>
              <a:t> </a:t>
            </a:r>
            <a:r>
              <a:rPr lang="en-US" dirty="0" err="1">
                <a:latin typeface="Calibri"/>
                <a:ea typeface="Calibri"/>
                <a:cs typeface="Calibri"/>
              </a:rPr>
              <a:t>sklonu</a:t>
            </a:r>
            <a:r>
              <a:rPr lang="en-US" dirty="0">
                <a:latin typeface="Calibri"/>
                <a:ea typeface="Calibri"/>
                <a:cs typeface="Calibri"/>
              </a:rPr>
              <a:t> a </a:t>
            </a:r>
            <a:r>
              <a:rPr lang="en-US" dirty="0" err="1">
                <a:latin typeface="Calibri"/>
                <a:ea typeface="Calibri"/>
                <a:cs typeface="Calibri"/>
              </a:rPr>
              <a:t>výšky</a:t>
            </a:r>
          </a:p>
          <a:p>
            <a:pPr marL="1028700" lvl="1" indent="-285750">
              <a:buFont typeface="Courier New"/>
              <a:buChar char="o"/>
            </a:pPr>
            <a:endParaRPr lang="en-US" dirty="0">
              <a:latin typeface="Calibri"/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1FA9D6-BDC7-4110-B055-029A3A5CC98B}" type="slidenum">
              <a:rPr lang="cs-CZ" altLang="cs-CZ"/>
              <a:pPr/>
              <a:t>6</a:t>
            </a:fld>
            <a:endParaRPr lang="cs-CZ" altLang="cs-CZ"/>
          </a:p>
        </p:txBody>
      </p:sp>
    </p:spTree>
    <p:extLst>
      <p:ext uri="{BB962C8B-B14F-4D97-AF65-F5344CB8AC3E}">
        <p14:creationId xmlns:p14="http://schemas.microsoft.com/office/powerpoint/2010/main" val="36686601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Obrázek 1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17719" y="5157192"/>
            <a:ext cx="4182937" cy="861868"/>
          </a:xfrm>
          <a:prstGeom prst="rect">
            <a:avLst/>
          </a:prstGeom>
        </p:spPr>
      </p:pic>
      <p:sp>
        <p:nvSpPr>
          <p:cNvPr id="4" name="Rectangle 12"/>
          <p:cNvSpPr>
            <a:spLocks noChangeArrowheads="1"/>
          </p:cNvSpPr>
          <p:nvPr/>
        </p:nvSpPr>
        <p:spPr bwMode="auto">
          <a:xfrm>
            <a:off x="10824676" y="6530975"/>
            <a:ext cx="65617" cy="287338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cs-CZ" sz="2400"/>
          </a:p>
        </p:txBody>
      </p:sp>
      <p:sp>
        <p:nvSpPr>
          <p:cNvPr id="5" name="Rectangle 20"/>
          <p:cNvSpPr>
            <a:spLocks noChangeArrowheads="1"/>
          </p:cNvSpPr>
          <p:nvPr/>
        </p:nvSpPr>
        <p:spPr bwMode="auto">
          <a:xfrm>
            <a:off x="-6086" y="-26640"/>
            <a:ext cx="12198085" cy="3598863"/>
          </a:xfrm>
          <a:prstGeom prst="rect">
            <a:avLst/>
          </a:prstGeom>
          <a:solidFill>
            <a:srgbClr val="00A9E0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cs-CZ" sz="2400">
              <a:effectLst>
                <a:reflection endPos="65000" dist="50800" dir="5400000" sy="-100000" algn="bl" rotWithShape="0"/>
              </a:effectLst>
            </a:endParaRPr>
          </a:p>
        </p:txBody>
      </p:sp>
      <p:sp>
        <p:nvSpPr>
          <p:cNvPr id="6" name="Rectangle 21"/>
          <p:cNvSpPr>
            <a:spLocks noChangeArrowheads="1"/>
          </p:cNvSpPr>
          <p:nvPr/>
        </p:nvSpPr>
        <p:spPr bwMode="auto">
          <a:xfrm>
            <a:off x="10841609" y="6530975"/>
            <a:ext cx="48684" cy="287338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cs-CZ" sz="2400"/>
          </a:p>
        </p:txBody>
      </p:sp>
      <p:sp>
        <p:nvSpPr>
          <p:cNvPr id="8" name="Rectangle 26"/>
          <p:cNvSpPr>
            <a:spLocks noChangeArrowheads="1"/>
          </p:cNvSpPr>
          <p:nvPr/>
        </p:nvSpPr>
        <p:spPr bwMode="auto">
          <a:xfrm>
            <a:off x="10841609" y="6530975"/>
            <a:ext cx="48684" cy="287338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cs-CZ" sz="2400"/>
          </a:p>
        </p:txBody>
      </p:sp>
      <p:sp>
        <p:nvSpPr>
          <p:cNvPr id="240646" name="Rectangle 6"/>
          <p:cNvSpPr>
            <a:spLocks noGrp="1" noChangeArrowheads="1"/>
          </p:cNvSpPr>
          <p:nvPr>
            <p:ph type="subTitle" idx="1"/>
          </p:nvPr>
        </p:nvSpPr>
        <p:spPr>
          <a:xfrm>
            <a:off x="0" y="3621088"/>
            <a:ext cx="7464152" cy="1032048"/>
          </a:xfrm>
        </p:spPr>
        <p:txBody>
          <a:bodyPr/>
          <a:lstStyle>
            <a:lvl1pPr marL="0" indent="0" algn="r">
              <a:buFontTx/>
              <a:buNone/>
              <a:defRPr sz="3200"/>
            </a:lvl1pPr>
          </a:lstStyle>
          <a:p>
            <a:r>
              <a:rPr lang="en-US"/>
              <a:t>Click to edit Master subtitle style</a:t>
            </a:r>
            <a:endParaRPr lang="cs-CZ" dirty="0"/>
          </a:p>
        </p:txBody>
      </p:sp>
      <p:sp>
        <p:nvSpPr>
          <p:cNvPr id="240645" name="Rectangle 5"/>
          <p:cNvSpPr>
            <a:spLocks noGrp="1" noChangeArrowheads="1"/>
          </p:cNvSpPr>
          <p:nvPr>
            <p:ph type="ctrTitle"/>
          </p:nvPr>
        </p:nvSpPr>
        <p:spPr>
          <a:xfrm>
            <a:off x="0" y="1958976"/>
            <a:ext cx="7464152" cy="1254125"/>
          </a:xfrm>
        </p:spPr>
        <p:txBody>
          <a:bodyPr/>
          <a:lstStyle>
            <a:lvl1pPr algn="r">
              <a:defRPr sz="4400" b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37386001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cs-CZ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 dirty="0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C839148-7006-41C4-ABC2-D2A9F4595A63}" type="slidenum">
              <a:rPr lang="en-US" altLang="cs-CZ"/>
              <a:pPr/>
              <a:t>‹#›</a:t>
            </a:fld>
            <a:endParaRPr lang="en-US" altLang="cs-CZ"/>
          </a:p>
        </p:txBody>
      </p:sp>
    </p:spTree>
    <p:extLst>
      <p:ext uri="{BB962C8B-B14F-4D97-AF65-F5344CB8AC3E}">
        <p14:creationId xmlns:p14="http://schemas.microsoft.com/office/powerpoint/2010/main" val="31985059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31801" y="-100013"/>
            <a:ext cx="10265833" cy="7207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3D9E105-8003-4962-AFA0-54D4ABFA0C7D}" type="slidenum">
              <a:rPr lang="en-US" altLang="cs-CZ"/>
              <a:pPr/>
              <a:t>‹#›</a:t>
            </a:fld>
            <a:endParaRPr lang="en-US" altLang="cs-CZ"/>
          </a:p>
        </p:txBody>
      </p:sp>
    </p:spTree>
    <p:extLst>
      <p:ext uri="{BB962C8B-B14F-4D97-AF65-F5344CB8AC3E}">
        <p14:creationId xmlns:p14="http://schemas.microsoft.com/office/powerpoint/2010/main" val="931275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části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800" b="1" cap="all"/>
            </a:lvl1pPr>
          </a:lstStyle>
          <a:p>
            <a:r>
              <a:rPr lang="en-US"/>
              <a:t>Click to edit Master title style</a:t>
            </a:r>
            <a:endParaRPr lang="cs-CZ" dirty="0"/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8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9FEAC19-CD6C-4528-B09F-367B3931C207}" type="slidenum">
              <a:rPr lang="en-US" altLang="cs-CZ"/>
              <a:pPr/>
              <a:t>‹#›</a:t>
            </a:fld>
            <a:endParaRPr lang="en-US" altLang="cs-CZ"/>
          </a:p>
        </p:txBody>
      </p:sp>
      <p:sp>
        <p:nvSpPr>
          <p:cNvPr id="7" name="Obdélník 6"/>
          <p:cNvSpPr/>
          <p:nvPr userDrawn="1"/>
        </p:nvSpPr>
        <p:spPr bwMode="auto">
          <a:xfrm>
            <a:off x="0" y="0"/>
            <a:ext cx="12192000" cy="548680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cs-CZ" sz="2400" b="1" i="0" u="none" strike="noStrike" cap="none" normalizeH="0" baseline="0">
              <a:ln>
                <a:noFill/>
              </a:ln>
              <a:solidFill>
                <a:srgbClr val="B9000C"/>
              </a:solidFill>
              <a:effectLst/>
              <a:latin typeface="Tahom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110961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cs-CZ"/>
          </a:p>
        </p:txBody>
      </p:sp>
      <p:sp>
        <p:nvSpPr>
          <p:cNvPr id="3" name="Zástupný symbol pro obsah 2"/>
          <p:cNvSpPr>
            <a:spLocks noGrp="1"/>
          </p:cNvSpPr>
          <p:nvPr>
            <p:ph sz="half" idx="1"/>
          </p:nvPr>
        </p:nvSpPr>
        <p:spPr>
          <a:xfrm>
            <a:off x="431800" y="765175"/>
            <a:ext cx="5657851" cy="53308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4" name="Zástupný symbol pro obsah 3"/>
          <p:cNvSpPr>
            <a:spLocks noGrp="1"/>
          </p:cNvSpPr>
          <p:nvPr>
            <p:ph sz="half" idx="2"/>
          </p:nvPr>
        </p:nvSpPr>
        <p:spPr>
          <a:xfrm>
            <a:off x="6292851" y="765175"/>
            <a:ext cx="5659967" cy="53308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94AC346-A157-4EF4-A06B-3AB421B38C20}" type="slidenum">
              <a:rPr lang="en-US" altLang="cs-CZ"/>
              <a:pPr/>
              <a:t>‹#›</a:t>
            </a:fld>
            <a:endParaRPr lang="en-US" altLang="cs-CZ"/>
          </a:p>
        </p:txBody>
      </p:sp>
    </p:spTree>
    <p:extLst>
      <p:ext uri="{BB962C8B-B14F-4D97-AF65-F5344CB8AC3E}">
        <p14:creationId xmlns:p14="http://schemas.microsoft.com/office/powerpoint/2010/main" val="26872872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Zástupný symbol pro obsah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 dirty="0"/>
          </a:p>
        </p:txBody>
      </p:sp>
      <p:sp>
        <p:nvSpPr>
          <p:cNvPr id="5" name="Zástupný symbol pro text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Zástupný symbol pro obsah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944FB18-8EAF-4DED-A64D-DB11D411D2B0}" type="slidenum">
              <a:rPr lang="en-US" altLang="cs-CZ"/>
              <a:pPr/>
              <a:t>‹#›</a:t>
            </a:fld>
            <a:endParaRPr lang="en-US" altLang="cs-CZ"/>
          </a:p>
        </p:txBody>
      </p:sp>
      <p:sp>
        <p:nvSpPr>
          <p:cNvPr id="9" name="Nadpis 1"/>
          <p:cNvSpPr>
            <a:spLocks noGrp="1"/>
          </p:cNvSpPr>
          <p:nvPr>
            <p:ph type="title"/>
          </p:nvPr>
        </p:nvSpPr>
        <p:spPr>
          <a:xfrm>
            <a:off x="431801" y="-100013"/>
            <a:ext cx="10265833" cy="72072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0883706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 txBox="1">
            <a:spLocks noChangeArrowheads="1"/>
          </p:cNvSpPr>
          <p:nvPr/>
        </p:nvSpPr>
        <p:spPr bwMode="auto">
          <a:xfrm>
            <a:off x="431801" y="-100013"/>
            <a:ext cx="10265833" cy="7207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>
            <a:lvl1pPr eaLnBrk="0" hangingPunct="0">
              <a:defRPr sz="2400" b="1">
                <a:solidFill>
                  <a:srgbClr val="B9000C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 b="1">
                <a:solidFill>
                  <a:srgbClr val="B9000C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 b="1">
                <a:solidFill>
                  <a:srgbClr val="B9000C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 b="1">
                <a:solidFill>
                  <a:srgbClr val="B9000C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 b="1">
                <a:solidFill>
                  <a:srgbClr val="B9000C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rgbClr val="B9000C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rgbClr val="B9000C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rgbClr val="B9000C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rgbClr val="B9000C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cs-CZ" sz="2600" b="0" dirty="0" err="1">
                <a:solidFill>
                  <a:srgbClr val="00A9E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Klepnutím</a:t>
            </a:r>
            <a:r>
              <a:rPr lang="en-US" altLang="cs-CZ" sz="2600" b="0" dirty="0">
                <a:solidFill>
                  <a:srgbClr val="00A9E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cs-CZ" sz="2600" b="0" dirty="0" err="1">
                <a:solidFill>
                  <a:srgbClr val="00A9E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lze</a:t>
            </a:r>
            <a:r>
              <a:rPr lang="en-US" altLang="cs-CZ" sz="2600" b="0" dirty="0">
                <a:solidFill>
                  <a:srgbClr val="00A9E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cs-CZ" sz="2600" b="0" dirty="0" err="1">
                <a:solidFill>
                  <a:srgbClr val="00A9E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upravit</a:t>
            </a:r>
            <a:r>
              <a:rPr lang="en-US" altLang="cs-CZ" sz="2600" b="0" dirty="0">
                <a:solidFill>
                  <a:srgbClr val="00A9E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cs-CZ" sz="2600" b="0" dirty="0" err="1">
                <a:solidFill>
                  <a:srgbClr val="00A9E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styl</a:t>
            </a:r>
            <a:r>
              <a:rPr lang="en-US" altLang="cs-CZ" sz="2600" b="0" dirty="0">
                <a:solidFill>
                  <a:srgbClr val="00A9E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cs-CZ" sz="2600" b="0" dirty="0" err="1">
                <a:solidFill>
                  <a:srgbClr val="00A9E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předlohy</a:t>
            </a:r>
            <a:r>
              <a:rPr lang="en-US" altLang="cs-CZ" sz="2600" b="0" dirty="0">
                <a:solidFill>
                  <a:srgbClr val="00A9E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cs-CZ" sz="2600" b="0" dirty="0" err="1">
                <a:solidFill>
                  <a:srgbClr val="00A9E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nadpisů</a:t>
            </a:r>
            <a:r>
              <a:rPr lang="en-US" altLang="cs-CZ" sz="2600" b="0" dirty="0">
                <a:solidFill>
                  <a:srgbClr val="00A9E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</p:txBody>
      </p:sp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cs-CZ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4766733" y="692697"/>
            <a:ext cx="6815667" cy="543346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 dirty="0"/>
          </a:p>
        </p:txBody>
      </p:sp>
      <p:sp>
        <p:nvSpPr>
          <p:cNvPr id="4" name="Zástupný symbol pro text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Zástupný symbol pro číslo snímku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8B9C9DCE-74AD-40A2-919B-1CC767854C98}" type="slidenum">
              <a:rPr lang="en-US" altLang="cs-CZ"/>
              <a:pPr/>
              <a:t>‹#›</a:t>
            </a:fld>
            <a:endParaRPr lang="en-US" altLang="cs-CZ"/>
          </a:p>
        </p:txBody>
      </p:sp>
    </p:spTree>
    <p:extLst>
      <p:ext uri="{BB962C8B-B14F-4D97-AF65-F5344CB8AC3E}">
        <p14:creationId xmlns:p14="http://schemas.microsoft.com/office/powerpoint/2010/main" val="24173554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 txBox="1">
            <a:spLocks noChangeArrowheads="1"/>
          </p:cNvSpPr>
          <p:nvPr/>
        </p:nvSpPr>
        <p:spPr bwMode="auto">
          <a:xfrm>
            <a:off x="431801" y="-100013"/>
            <a:ext cx="10265833" cy="7207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>
            <a:lvl1pPr eaLnBrk="0" hangingPunct="0">
              <a:defRPr sz="2400" b="1">
                <a:solidFill>
                  <a:srgbClr val="B9000C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 b="1">
                <a:solidFill>
                  <a:srgbClr val="B9000C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 b="1">
                <a:solidFill>
                  <a:srgbClr val="B9000C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 b="1">
                <a:solidFill>
                  <a:srgbClr val="B9000C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 b="1">
                <a:solidFill>
                  <a:srgbClr val="B9000C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rgbClr val="B9000C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rgbClr val="B9000C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rgbClr val="B9000C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rgbClr val="B9000C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cs-CZ" sz="2600" b="0" dirty="0" err="1">
                <a:solidFill>
                  <a:srgbClr val="00A9E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Klepnutím</a:t>
            </a:r>
            <a:r>
              <a:rPr lang="en-US" altLang="cs-CZ" sz="2600" b="0" dirty="0">
                <a:solidFill>
                  <a:srgbClr val="00A9E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cs-CZ" sz="2600" b="0" dirty="0" err="1">
                <a:solidFill>
                  <a:srgbClr val="00A9E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lze</a:t>
            </a:r>
            <a:r>
              <a:rPr lang="en-US" altLang="cs-CZ" sz="2600" b="0" dirty="0">
                <a:solidFill>
                  <a:srgbClr val="00A9E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cs-CZ" sz="2600" b="0" dirty="0" err="1">
                <a:solidFill>
                  <a:srgbClr val="00A9E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upravit</a:t>
            </a:r>
            <a:r>
              <a:rPr lang="en-US" altLang="cs-CZ" sz="2600" b="0" dirty="0">
                <a:solidFill>
                  <a:srgbClr val="00A9E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cs-CZ" sz="2600" b="0" dirty="0" err="1">
                <a:solidFill>
                  <a:srgbClr val="00A9E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styl</a:t>
            </a:r>
            <a:r>
              <a:rPr lang="en-US" altLang="cs-CZ" sz="2600" b="0" dirty="0">
                <a:solidFill>
                  <a:srgbClr val="00A9E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cs-CZ" sz="2600" b="0" dirty="0" err="1">
                <a:solidFill>
                  <a:srgbClr val="00A9E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předlohy</a:t>
            </a:r>
            <a:r>
              <a:rPr lang="en-US" altLang="cs-CZ" sz="2600" b="0" dirty="0">
                <a:solidFill>
                  <a:srgbClr val="00A9E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cs-CZ" sz="2600" b="0" dirty="0" err="1">
                <a:solidFill>
                  <a:srgbClr val="00A9E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nadpisů</a:t>
            </a:r>
            <a:r>
              <a:rPr lang="en-US" altLang="cs-CZ" sz="2600" b="0" dirty="0">
                <a:solidFill>
                  <a:srgbClr val="00A9E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</p:txBody>
      </p:sp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cs-CZ"/>
          </a:p>
        </p:txBody>
      </p:sp>
      <p:sp>
        <p:nvSpPr>
          <p:cNvPr id="3" name="Zástupný symbol pro obrázek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  <a:endParaRPr lang="cs-CZ" noProof="0"/>
          </a:p>
        </p:txBody>
      </p:sp>
      <p:sp>
        <p:nvSpPr>
          <p:cNvPr id="4" name="Zástupný symbol pro text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Zástupný symbol pro číslo snímku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5F6DA920-88DF-466E-B7A8-39DA64F1E1EB}" type="slidenum">
              <a:rPr lang="en-US" altLang="cs-CZ"/>
              <a:pPr/>
              <a:t>‹#›</a:t>
            </a:fld>
            <a:endParaRPr lang="en-US" altLang="cs-CZ"/>
          </a:p>
        </p:txBody>
      </p:sp>
    </p:spTree>
    <p:extLst>
      <p:ext uri="{BB962C8B-B14F-4D97-AF65-F5344CB8AC3E}">
        <p14:creationId xmlns:p14="http://schemas.microsoft.com/office/powerpoint/2010/main" val="28533455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cs-CZ"/>
          </a:p>
        </p:txBody>
      </p:sp>
      <p:sp>
        <p:nvSpPr>
          <p:cNvPr id="3" name="Zástupný symbol pro svislý text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5DE718B-A6F6-45FB-B0EA-3A4F7A6FC695}" type="slidenum">
              <a:rPr lang="en-US" altLang="cs-CZ"/>
              <a:pPr/>
              <a:t>‹#›</a:t>
            </a:fld>
            <a:endParaRPr lang="en-US" altLang="cs-CZ"/>
          </a:p>
        </p:txBody>
      </p:sp>
    </p:spTree>
    <p:extLst>
      <p:ext uri="{BB962C8B-B14F-4D97-AF65-F5344CB8AC3E}">
        <p14:creationId xmlns:p14="http://schemas.microsoft.com/office/powerpoint/2010/main" val="34592410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 txBox="1">
            <a:spLocks noChangeArrowheads="1"/>
          </p:cNvSpPr>
          <p:nvPr/>
        </p:nvSpPr>
        <p:spPr bwMode="auto">
          <a:xfrm>
            <a:off x="431801" y="-100013"/>
            <a:ext cx="10265833" cy="7207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>
            <a:lvl1pPr eaLnBrk="0" hangingPunct="0">
              <a:defRPr sz="2400" b="1">
                <a:solidFill>
                  <a:srgbClr val="B9000C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 b="1">
                <a:solidFill>
                  <a:srgbClr val="B9000C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 b="1">
                <a:solidFill>
                  <a:srgbClr val="B9000C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 b="1">
                <a:solidFill>
                  <a:srgbClr val="B9000C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 b="1">
                <a:solidFill>
                  <a:srgbClr val="B9000C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rgbClr val="B9000C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rgbClr val="B9000C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rgbClr val="B9000C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rgbClr val="B9000C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cs-CZ" sz="2600" b="0" dirty="0" err="1">
                <a:solidFill>
                  <a:srgbClr val="00A9E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Klepnutím</a:t>
            </a:r>
            <a:r>
              <a:rPr lang="en-US" altLang="cs-CZ" sz="2600" b="0" dirty="0">
                <a:solidFill>
                  <a:srgbClr val="00A9E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cs-CZ" sz="2600" b="0" dirty="0" err="1">
                <a:solidFill>
                  <a:srgbClr val="00A9E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lze</a:t>
            </a:r>
            <a:r>
              <a:rPr lang="en-US" altLang="cs-CZ" sz="2600" b="0" dirty="0">
                <a:solidFill>
                  <a:srgbClr val="00A9E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cs-CZ" sz="2600" b="0" dirty="0" err="1">
                <a:solidFill>
                  <a:srgbClr val="00A9E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upravit</a:t>
            </a:r>
            <a:r>
              <a:rPr lang="en-US" altLang="cs-CZ" sz="2600" b="0" dirty="0">
                <a:solidFill>
                  <a:srgbClr val="00A9E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cs-CZ" sz="2600" b="0" dirty="0" err="1">
                <a:solidFill>
                  <a:srgbClr val="00A9E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styl</a:t>
            </a:r>
            <a:r>
              <a:rPr lang="en-US" altLang="cs-CZ" sz="2600" b="0" dirty="0">
                <a:solidFill>
                  <a:srgbClr val="00A9E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cs-CZ" sz="2600" b="0" dirty="0" err="1">
                <a:solidFill>
                  <a:srgbClr val="00A9E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předlohy</a:t>
            </a:r>
            <a:r>
              <a:rPr lang="en-US" altLang="cs-CZ" sz="2600" b="0" dirty="0">
                <a:solidFill>
                  <a:srgbClr val="00A9E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cs-CZ" sz="2600" b="0" dirty="0" err="1">
                <a:solidFill>
                  <a:srgbClr val="00A9E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nadpisů</a:t>
            </a:r>
            <a:r>
              <a:rPr lang="en-US" altLang="cs-CZ" sz="2600" b="0" dirty="0">
                <a:solidFill>
                  <a:srgbClr val="00A9E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</p:txBody>
      </p:sp>
      <p:sp>
        <p:nvSpPr>
          <p:cNvPr id="2" name="Svislý nadpis 1"/>
          <p:cNvSpPr>
            <a:spLocks noGrp="1"/>
          </p:cNvSpPr>
          <p:nvPr>
            <p:ph type="title" orient="vert"/>
          </p:nvPr>
        </p:nvSpPr>
        <p:spPr>
          <a:xfrm>
            <a:off x="9074151" y="-100013"/>
            <a:ext cx="2878667" cy="619601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cs-CZ"/>
          </a:p>
        </p:txBody>
      </p:sp>
      <p:sp>
        <p:nvSpPr>
          <p:cNvPr id="3" name="Zástupný symbol pro svislý text 2"/>
          <p:cNvSpPr>
            <a:spLocks noGrp="1"/>
          </p:cNvSpPr>
          <p:nvPr>
            <p:ph type="body" orient="vert" idx="1"/>
          </p:nvPr>
        </p:nvSpPr>
        <p:spPr>
          <a:xfrm>
            <a:off x="431801" y="-100013"/>
            <a:ext cx="8439151" cy="619601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 dirty="0"/>
          </a:p>
        </p:txBody>
      </p:sp>
      <p:sp>
        <p:nvSpPr>
          <p:cNvPr id="6" name="Zástupný symbol pro číslo snímku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F38E8744-0EE0-418F-9F78-FB0E984CBE63}" type="slidenum">
              <a:rPr lang="en-US" altLang="cs-CZ"/>
              <a:pPr/>
              <a:t>‹#›</a:t>
            </a:fld>
            <a:endParaRPr lang="en-US" altLang="cs-CZ"/>
          </a:p>
        </p:txBody>
      </p:sp>
    </p:spTree>
    <p:extLst>
      <p:ext uri="{BB962C8B-B14F-4D97-AF65-F5344CB8AC3E}">
        <p14:creationId xmlns:p14="http://schemas.microsoft.com/office/powerpoint/2010/main" val="12002138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Skupina 2"/>
          <p:cNvGrpSpPr/>
          <p:nvPr userDrawn="1"/>
        </p:nvGrpSpPr>
        <p:grpSpPr>
          <a:xfrm>
            <a:off x="0" y="1"/>
            <a:ext cx="12192000" cy="547688"/>
            <a:chOff x="0" y="1"/>
            <a:chExt cx="12192000" cy="547688"/>
          </a:xfrm>
          <a:solidFill>
            <a:srgbClr val="E5E5E5"/>
          </a:solidFill>
        </p:grpSpPr>
        <p:sp>
          <p:nvSpPr>
            <p:cNvPr id="18443" name="Rectangle 11"/>
            <p:cNvSpPr>
              <a:spLocks noChangeArrowheads="1"/>
            </p:cNvSpPr>
            <p:nvPr/>
          </p:nvSpPr>
          <p:spPr bwMode="auto">
            <a:xfrm>
              <a:off x="0" y="1"/>
              <a:ext cx="12192000" cy="512763"/>
            </a:xfrm>
            <a:prstGeom prst="rect">
              <a:avLst/>
            </a:prstGeom>
            <a:grpFill/>
            <a:ln w="9525" cmpd="thinThick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cs-CZ" sz="2400"/>
            </a:p>
          </p:txBody>
        </p:sp>
        <p:sp>
          <p:nvSpPr>
            <p:cNvPr id="18466" name="Rectangle 34"/>
            <p:cNvSpPr>
              <a:spLocks noChangeArrowheads="1"/>
            </p:cNvSpPr>
            <p:nvPr/>
          </p:nvSpPr>
          <p:spPr bwMode="auto">
            <a:xfrm>
              <a:off x="0" y="512764"/>
              <a:ext cx="12192000" cy="34925"/>
            </a:xfrm>
            <a:prstGeom prst="rect">
              <a:avLst/>
            </a:prstGeom>
            <a:grpFill/>
            <a:ln w="9525" cmpd="thinThick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cs-CZ" sz="2400"/>
            </a:p>
          </p:txBody>
        </p:sp>
      </p:grpSp>
      <p:sp>
        <p:nvSpPr>
          <p:cNvPr id="1029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31801" y="-100013"/>
            <a:ext cx="10265833" cy="7207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cs-CZ" dirty="0" err="1"/>
              <a:t>Klepnutím</a:t>
            </a:r>
            <a:r>
              <a:rPr lang="en-US" altLang="cs-CZ" dirty="0"/>
              <a:t> </a:t>
            </a:r>
            <a:r>
              <a:rPr lang="en-US" altLang="cs-CZ" dirty="0" err="1"/>
              <a:t>lze</a:t>
            </a:r>
            <a:r>
              <a:rPr lang="en-US" altLang="cs-CZ" dirty="0"/>
              <a:t> </a:t>
            </a:r>
            <a:r>
              <a:rPr lang="en-US" altLang="cs-CZ" dirty="0" err="1"/>
              <a:t>upravit</a:t>
            </a:r>
            <a:r>
              <a:rPr lang="en-US" altLang="cs-CZ" dirty="0"/>
              <a:t> </a:t>
            </a:r>
            <a:r>
              <a:rPr lang="en-US" altLang="cs-CZ" dirty="0" err="1"/>
              <a:t>styl</a:t>
            </a:r>
            <a:r>
              <a:rPr lang="en-US" altLang="cs-CZ" dirty="0"/>
              <a:t> </a:t>
            </a:r>
            <a:r>
              <a:rPr lang="en-US" altLang="cs-CZ" dirty="0" err="1"/>
              <a:t>předlohy</a:t>
            </a:r>
            <a:r>
              <a:rPr lang="en-US" altLang="cs-CZ" dirty="0"/>
              <a:t> </a:t>
            </a:r>
            <a:r>
              <a:rPr lang="en-US" altLang="cs-CZ" dirty="0" err="1"/>
              <a:t>nadpisů</a:t>
            </a:r>
            <a:r>
              <a:rPr lang="en-US" altLang="cs-CZ" dirty="0"/>
              <a:t>.</a:t>
            </a:r>
          </a:p>
        </p:txBody>
      </p:sp>
      <p:sp>
        <p:nvSpPr>
          <p:cNvPr id="1843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31801" y="765175"/>
            <a:ext cx="11521017" cy="60347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cs-CZ" dirty="0" err="1"/>
              <a:t>Klepnutím</a:t>
            </a:r>
            <a:r>
              <a:rPr lang="en-US" altLang="cs-CZ" dirty="0"/>
              <a:t> </a:t>
            </a:r>
            <a:r>
              <a:rPr lang="en-US" altLang="cs-CZ" dirty="0" err="1"/>
              <a:t>lze</a:t>
            </a:r>
            <a:r>
              <a:rPr lang="en-US" altLang="cs-CZ" dirty="0"/>
              <a:t> </a:t>
            </a:r>
            <a:r>
              <a:rPr lang="en-US" altLang="cs-CZ" dirty="0" err="1"/>
              <a:t>upravit</a:t>
            </a:r>
            <a:r>
              <a:rPr lang="en-US" altLang="cs-CZ" dirty="0"/>
              <a:t> </a:t>
            </a:r>
            <a:r>
              <a:rPr lang="en-US" altLang="cs-CZ" dirty="0" err="1"/>
              <a:t>styly</a:t>
            </a:r>
            <a:r>
              <a:rPr lang="en-US" altLang="cs-CZ" dirty="0"/>
              <a:t> </a:t>
            </a:r>
            <a:r>
              <a:rPr lang="en-US" altLang="cs-CZ" dirty="0" err="1"/>
              <a:t>předlohy</a:t>
            </a:r>
            <a:r>
              <a:rPr lang="en-US" altLang="cs-CZ" dirty="0"/>
              <a:t> </a:t>
            </a:r>
            <a:r>
              <a:rPr lang="en-US" altLang="cs-CZ" dirty="0" err="1"/>
              <a:t>textu</a:t>
            </a:r>
            <a:r>
              <a:rPr lang="en-US" altLang="cs-CZ" dirty="0"/>
              <a:t>.</a:t>
            </a:r>
          </a:p>
          <a:p>
            <a:pPr lvl="1"/>
            <a:r>
              <a:rPr lang="en-US" altLang="cs-CZ" dirty="0" err="1"/>
              <a:t>Druhá</a:t>
            </a:r>
            <a:r>
              <a:rPr lang="en-US" altLang="cs-CZ" dirty="0"/>
              <a:t> </a:t>
            </a:r>
            <a:r>
              <a:rPr lang="en-US" altLang="cs-CZ" dirty="0" err="1"/>
              <a:t>úroveň</a:t>
            </a:r>
            <a:endParaRPr lang="en-US" altLang="cs-CZ" dirty="0"/>
          </a:p>
          <a:p>
            <a:pPr lvl="2"/>
            <a:r>
              <a:rPr lang="en-US" altLang="cs-CZ" dirty="0" err="1"/>
              <a:t>Třetí</a:t>
            </a:r>
            <a:r>
              <a:rPr lang="en-US" altLang="cs-CZ" dirty="0"/>
              <a:t> </a:t>
            </a:r>
            <a:r>
              <a:rPr lang="en-US" altLang="cs-CZ" dirty="0" err="1"/>
              <a:t>úroveň</a:t>
            </a:r>
            <a:endParaRPr lang="en-US" altLang="cs-CZ" dirty="0"/>
          </a:p>
          <a:p>
            <a:pPr lvl="3"/>
            <a:r>
              <a:rPr lang="en-US" altLang="cs-CZ" dirty="0" err="1"/>
              <a:t>Čtvrtá</a:t>
            </a:r>
            <a:r>
              <a:rPr lang="en-US" altLang="cs-CZ" dirty="0"/>
              <a:t> </a:t>
            </a:r>
            <a:r>
              <a:rPr lang="en-US" altLang="cs-CZ" dirty="0" err="1"/>
              <a:t>úroveň</a:t>
            </a:r>
            <a:endParaRPr lang="en-US" altLang="cs-CZ" dirty="0"/>
          </a:p>
          <a:p>
            <a:pPr lvl="4"/>
            <a:r>
              <a:rPr lang="en-US" altLang="cs-CZ" dirty="0" err="1"/>
              <a:t>Pátá</a:t>
            </a:r>
            <a:r>
              <a:rPr lang="en-US" altLang="cs-CZ" dirty="0"/>
              <a:t> </a:t>
            </a:r>
            <a:r>
              <a:rPr lang="en-US" altLang="cs-CZ" dirty="0" err="1"/>
              <a:t>úroveň</a:t>
            </a:r>
            <a:endParaRPr lang="en-US" altLang="cs-CZ" dirty="0"/>
          </a:p>
        </p:txBody>
      </p:sp>
      <p:sp>
        <p:nvSpPr>
          <p:cNvPr id="18438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1430000" y="6524626"/>
            <a:ext cx="569384" cy="333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spcBef>
                <a:spcPct val="0"/>
              </a:spcBef>
              <a:buFontTx/>
              <a:buNone/>
              <a:defRPr sz="1400" b="0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A689CB1D-D8FD-4B5B-916F-DD5C38307548}" type="slidenum">
              <a:rPr lang="en-US" altLang="cs-CZ" smtClean="0"/>
              <a:pPr/>
              <a:t>‹#›</a:t>
            </a:fld>
            <a:endParaRPr lang="en-US" altLang="cs-CZ" dirty="0"/>
          </a:p>
        </p:txBody>
      </p:sp>
      <p:sp>
        <p:nvSpPr>
          <p:cNvPr id="18446" name="Rectangle 14"/>
          <p:cNvSpPr>
            <a:spLocks noChangeArrowheads="1"/>
          </p:cNvSpPr>
          <p:nvPr/>
        </p:nvSpPr>
        <p:spPr bwMode="auto">
          <a:xfrm>
            <a:off x="287867" y="115889"/>
            <a:ext cx="63500" cy="288925"/>
          </a:xfrm>
          <a:prstGeom prst="rect">
            <a:avLst/>
          </a:prstGeom>
          <a:solidFill>
            <a:srgbClr val="FE000C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0" hangingPunct="0">
              <a:spcBef>
                <a:spcPct val="0"/>
              </a:spcBef>
              <a:buFontTx/>
              <a:buNone/>
              <a:defRPr/>
            </a:pPr>
            <a:endParaRPr lang="cs-CZ" sz="2400" b="0">
              <a:solidFill>
                <a:schemeClr val="tx1"/>
              </a:solidFill>
              <a:latin typeface="Century Gothic" pitchFamily="34" charset="0"/>
            </a:endParaRPr>
          </a:p>
        </p:txBody>
      </p:sp>
      <p:sp>
        <p:nvSpPr>
          <p:cNvPr id="13" name="Rectangle 14"/>
          <p:cNvSpPr>
            <a:spLocks noChangeArrowheads="1"/>
          </p:cNvSpPr>
          <p:nvPr userDrawn="1"/>
        </p:nvSpPr>
        <p:spPr bwMode="auto">
          <a:xfrm>
            <a:off x="10777335" y="116632"/>
            <a:ext cx="63500" cy="288925"/>
          </a:xfrm>
          <a:prstGeom prst="rect">
            <a:avLst/>
          </a:prstGeom>
          <a:solidFill>
            <a:srgbClr val="00A9E0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0" hangingPunct="0">
              <a:spcBef>
                <a:spcPct val="0"/>
              </a:spcBef>
              <a:buFontTx/>
              <a:buNone/>
              <a:defRPr/>
            </a:pPr>
            <a:endParaRPr lang="cs-CZ" sz="2400" b="0">
              <a:solidFill>
                <a:schemeClr val="tx1"/>
              </a:solidFill>
              <a:latin typeface="Century Gothic" pitchFamily="34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4C8B3B4-D8F7-41EB-8A5E-A713505B4007}"/>
              </a:ext>
            </a:extLst>
          </p:cNvPr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10968508" y="53450"/>
            <a:ext cx="1095817" cy="438912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02" r:id="rId2"/>
    <p:sldLayoutId id="2147483707" r:id="rId3"/>
    <p:sldLayoutId id="2147483703" r:id="rId4"/>
    <p:sldLayoutId id="2147483704" r:id="rId5"/>
    <p:sldLayoutId id="2147483705" r:id="rId6"/>
    <p:sldLayoutId id="2147483710" r:id="rId7"/>
    <p:sldLayoutId id="2147483711" r:id="rId8"/>
    <p:sldLayoutId id="2147483708" r:id="rId9"/>
    <p:sldLayoutId id="2147483712" r:id="rId10"/>
  </p:sldLayoutIdLst>
  <p:hf hd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3200">
          <a:solidFill>
            <a:srgbClr val="00A9E0"/>
          </a:solidFill>
          <a:latin typeface="Calibri" pitchFamily="34" charset="0"/>
          <a:ea typeface="Calibri" panose="020F0502020204030204" pitchFamily="34" charset="0"/>
          <a:cs typeface="Calibri" pitchFamily="34" charset="0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600">
          <a:solidFill>
            <a:srgbClr val="1B85B9"/>
          </a:solidFill>
          <a:latin typeface="Calibri" pitchFamily="34" charset="0"/>
          <a:ea typeface="Calibri" panose="020F0502020204030204" pitchFamily="34" charset="0"/>
          <a:cs typeface="Calibri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600">
          <a:solidFill>
            <a:srgbClr val="1B85B9"/>
          </a:solidFill>
          <a:latin typeface="Calibri" pitchFamily="34" charset="0"/>
          <a:ea typeface="Calibri" panose="020F0502020204030204" pitchFamily="34" charset="0"/>
          <a:cs typeface="Calibri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600">
          <a:solidFill>
            <a:srgbClr val="1B85B9"/>
          </a:solidFill>
          <a:latin typeface="Calibri" pitchFamily="34" charset="0"/>
          <a:ea typeface="Calibri" panose="020F0502020204030204" pitchFamily="34" charset="0"/>
          <a:cs typeface="Calibri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600">
          <a:solidFill>
            <a:srgbClr val="1B85B9"/>
          </a:solidFill>
          <a:latin typeface="Calibri" pitchFamily="34" charset="0"/>
          <a:ea typeface="Calibri" panose="020F0502020204030204" pitchFamily="34" charset="0"/>
          <a:cs typeface="Calibri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600">
          <a:solidFill>
            <a:srgbClr val="1B85B9"/>
          </a:solidFill>
          <a:latin typeface="Tahoma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600">
          <a:solidFill>
            <a:srgbClr val="1B85B9"/>
          </a:solidFill>
          <a:latin typeface="Tahoma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600">
          <a:solidFill>
            <a:srgbClr val="1B85B9"/>
          </a:solidFill>
          <a:latin typeface="Tahoma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600">
          <a:solidFill>
            <a:srgbClr val="1B85B9"/>
          </a:solidFill>
          <a:latin typeface="Tahoma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2600">
          <a:solidFill>
            <a:schemeClr val="tx1"/>
          </a:solidFill>
          <a:latin typeface="Calibri" pitchFamily="34" charset="0"/>
          <a:ea typeface="Calibri" panose="020F0502020204030204" pitchFamily="34" charset="0"/>
          <a:cs typeface="Calibri" pitchFamily="34" charset="0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Calibri" pitchFamily="34" charset="0"/>
          <a:ea typeface="Calibri" panose="020F0502020204030204" pitchFamily="34" charset="0"/>
          <a:cs typeface="Calibri" pitchFamily="34" charset="0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200">
          <a:solidFill>
            <a:schemeClr val="tx1"/>
          </a:solidFill>
          <a:latin typeface="Calibri" pitchFamily="34" charset="0"/>
          <a:ea typeface="Calibri" panose="020F0502020204030204" pitchFamily="34" charset="0"/>
          <a:cs typeface="Calibri" pitchFamily="34" charset="0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•"/>
        <a:defRPr sz="1600">
          <a:solidFill>
            <a:schemeClr val="tx1"/>
          </a:solidFill>
          <a:latin typeface="Calibri" pitchFamily="34" charset="0"/>
          <a:ea typeface="Calibri" panose="020F0502020204030204" pitchFamily="34" charset="0"/>
          <a:cs typeface="Calibri" pitchFamily="34" charset="0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•"/>
        <a:defRPr sz="1400">
          <a:solidFill>
            <a:schemeClr val="tx1"/>
          </a:solidFill>
          <a:latin typeface="Calibri" pitchFamily="34" charset="0"/>
          <a:ea typeface="Calibri" panose="020F0502020204030204" pitchFamily="34" charset="0"/>
          <a:cs typeface="Calibri" pitchFamily="34" charset="0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•"/>
        <a:defRPr sz="14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•"/>
        <a:defRPr sz="14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14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•"/>
        <a:defRPr sz="1400">
          <a:solidFill>
            <a:schemeClr val="tx1"/>
          </a:solidFill>
          <a:latin typeface="+mn-lt"/>
        </a:defRPr>
      </a:lvl9pPr>
    </p:bodyStyle>
    <p:otherStyle>
      <a:defPPr>
        <a:defRPr lang="cs-C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D65D974-4EF4-49AF-A8A7-75609950AD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008" y="4724401"/>
            <a:ext cx="3133784" cy="1929284"/>
          </a:xfrm>
          <a:prstGeom prst="rect">
            <a:avLst/>
          </a:prstGeom>
        </p:spPr>
      </p:pic>
      <p:sp>
        <p:nvSpPr>
          <p:cNvPr id="614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479376" y="1988840"/>
            <a:ext cx="7928506" cy="1254125"/>
          </a:xfrm>
        </p:spPr>
        <p:txBody>
          <a:bodyPr/>
          <a:lstStyle/>
          <a:p>
            <a:r>
              <a:rPr lang="cs-CZ" b="1" dirty="0">
                <a:latin typeface="Calibri"/>
                <a:ea typeface="Calibri"/>
                <a:cs typeface="Calibri"/>
              </a:rPr>
              <a:t>Generování a zobrazování terénu</a:t>
            </a:r>
            <a:endParaRPr lang="en-US" dirty="0"/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479376" y="3694112"/>
            <a:ext cx="7921674" cy="801687"/>
          </a:xfrm>
        </p:spPr>
        <p:txBody>
          <a:bodyPr/>
          <a:lstStyle/>
          <a:p>
            <a:r>
              <a:rPr lang="cs-CZ" altLang="cs-CZ" dirty="0">
                <a:latin typeface="Calibri"/>
                <a:ea typeface="Calibri"/>
                <a:cs typeface="Calibri"/>
              </a:rPr>
              <a:t>Martin Slezák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DA51F0-5B61-112C-CF2A-044A2F8905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Cíle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015255-CAF8-BB36-2892-E13A95152B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Calibri"/>
                <a:ea typeface="Calibri"/>
                <a:cs typeface="Calibri"/>
              </a:rPr>
              <a:t>Perlin noise - </a:t>
            </a:r>
            <a:r>
              <a:rPr lang="en-US" dirty="0" err="1">
                <a:latin typeface="Calibri"/>
                <a:ea typeface="Calibri"/>
                <a:cs typeface="Calibri"/>
              </a:rPr>
              <a:t>generování</a:t>
            </a:r>
            <a:r>
              <a:rPr lang="en-US" dirty="0">
                <a:latin typeface="Calibri"/>
                <a:ea typeface="Calibri"/>
                <a:cs typeface="Calibri"/>
              </a:rPr>
              <a:t> </a:t>
            </a:r>
            <a:r>
              <a:rPr lang="en-US" dirty="0" err="1">
                <a:latin typeface="Calibri"/>
                <a:ea typeface="Calibri"/>
                <a:cs typeface="Calibri"/>
              </a:rPr>
              <a:t>šumu</a:t>
            </a:r>
            <a:endParaRPr lang="en-US" dirty="0" err="1"/>
          </a:p>
          <a:p>
            <a:r>
              <a:rPr lang="en-US" dirty="0" err="1">
                <a:latin typeface="Calibri"/>
                <a:ea typeface="Calibri"/>
                <a:cs typeface="Calibri"/>
              </a:rPr>
              <a:t>Kombinace</a:t>
            </a:r>
            <a:r>
              <a:rPr lang="en-US" dirty="0">
                <a:latin typeface="Calibri"/>
                <a:ea typeface="Calibri"/>
                <a:cs typeface="Calibri"/>
              </a:rPr>
              <a:t> </a:t>
            </a:r>
            <a:r>
              <a:rPr lang="en-US" dirty="0" err="1">
                <a:latin typeface="Calibri"/>
                <a:ea typeface="Calibri"/>
                <a:cs typeface="Calibri"/>
              </a:rPr>
              <a:t>více</a:t>
            </a:r>
            <a:r>
              <a:rPr lang="en-US" dirty="0">
                <a:latin typeface="Calibri"/>
                <a:ea typeface="Calibri"/>
                <a:cs typeface="Calibri"/>
              </a:rPr>
              <a:t> </a:t>
            </a:r>
            <a:r>
              <a:rPr lang="en-US" dirty="0" err="1">
                <a:latin typeface="Calibri"/>
                <a:ea typeface="Calibri"/>
                <a:cs typeface="Calibri"/>
              </a:rPr>
              <a:t>vrstev</a:t>
            </a:r>
            <a:r>
              <a:rPr lang="en-US" dirty="0">
                <a:latin typeface="Calibri"/>
                <a:ea typeface="Calibri"/>
                <a:cs typeface="Calibri"/>
              </a:rPr>
              <a:t> </a:t>
            </a:r>
            <a:r>
              <a:rPr lang="en-US" dirty="0" err="1">
                <a:latin typeface="Calibri"/>
                <a:ea typeface="Calibri"/>
                <a:cs typeface="Calibri"/>
              </a:rPr>
              <a:t>šumu</a:t>
            </a:r>
          </a:p>
          <a:p>
            <a:r>
              <a:rPr lang="en-US" dirty="0" err="1">
                <a:latin typeface="Calibri"/>
                <a:ea typeface="Calibri"/>
                <a:cs typeface="Calibri"/>
              </a:rPr>
              <a:t>Hydraulická</a:t>
            </a:r>
            <a:r>
              <a:rPr lang="en-US" dirty="0">
                <a:latin typeface="Calibri"/>
                <a:ea typeface="Calibri"/>
                <a:cs typeface="Calibri"/>
              </a:rPr>
              <a:t> </a:t>
            </a:r>
            <a:r>
              <a:rPr lang="en-US" dirty="0" err="1">
                <a:latin typeface="Calibri"/>
                <a:ea typeface="Calibri"/>
                <a:cs typeface="Calibri"/>
              </a:rPr>
              <a:t>eroze</a:t>
            </a:r>
          </a:p>
          <a:p>
            <a:r>
              <a:rPr lang="en-US" dirty="0" err="1">
                <a:latin typeface="Calibri"/>
                <a:ea typeface="Calibri"/>
                <a:cs typeface="Calibri"/>
              </a:rPr>
              <a:t>Vykreslení</a:t>
            </a:r>
            <a:r>
              <a:rPr lang="en-US" dirty="0">
                <a:latin typeface="Calibri"/>
                <a:ea typeface="Calibri"/>
                <a:cs typeface="Calibri"/>
              </a:rPr>
              <a:t> </a:t>
            </a:r>
            <a:r>
              <a:rPr lang="en-US" dirty="0" err="1">
                <a:latin typeface="Calibri"/>
                <a:ea typeface="Calibri"/>
                <a:cs typeface="Calibri"/>
              </a:rPr>
              <a:t>terénu</a:t>
            </a:r>
          </a:p>
          <a:p>
            <a:r>
              <a:rPr lang="en-US" dirty="0">
                <a:latin typeface="Calibri"/>
                <a:ea typeface="Calibri"/>
                <a:cs typeface="Calibri"/>
              </a:rPr>
              <a:t>Level of Detail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9F64FB-3E84-2E2E-44AA-35676237604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C839148-7006-41C4-ABC2-D2A9F4595A63}" type="slidenum">
              <a:rPr lang="en-US" altLang="cs-CZ"/>
              <a:pPr/>
              <a:t>2</a:t>
            </a:fld>
            <a:endParaRPr lang="en-US" altLang="cs-CZ"/>
          </a:p>
        </p:txBody>
      </p:sp>
    </p:spTree>
    <p:extLst>
      <p:ext uri="{BB962C8B-B14F-4D97-AF65-F5344CB8AC3E}">
        <p14:creationId xmlns:p14="http://schemas.microsoft.com/office/powerpoint/2010/main" val="11461630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431801" y="-100013"/>
            <a:ext cx="10265833" cy="720726"/>
          </a:xfrm>
        </p:spPr>
        <p:txBody>
          <a:bodyPr wrap="square" anchor="ctr">
            <a:normAutofit/>
          </a:bodyPr>
          <a:lstStyle/>
          <a:p>
            <a:r>
              <a:rPr lang="en-US" err="1"/>
              <a:t>Generování</a:t>
            </a:r>
            <a:r>
              <a:rPr lang="en-US"/>
              <a:t> </a:t>
            </a:r>
            <a:r>
              <a:rPr lang="en-US" err="1"/>
              <a:t>šumu</a:t>
            </a:r>
            <a:endParaRPr lang="en-US" dirty="0" err="1"/>
          </a:p>
        </p:txBody>
      </p:sp>
      <p:pic>
        <p:nvPicPr>
          <p:cNvPr id="8" name="Content Placeholder 7" descr="A black and white image of a grey and white rectangular object with a red arrow pointing to it&#10;&#10;AI-generated content may be incorrect.">
            <a:extLst>
              <a:ext uri="{FF2B5EF4-FFF2-40B4-BE49-F238E27FC236}">
                <a16:creationId xmlns:a16="http://schemas.microsoft.com/office/drawing/2014/main" id="{0C9A7533-B30E-40CA-E099-A64721E14E4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rcRect t="2976" r="2" b="3905"/>
          <a:stretch>
            <a:fillRect/>
          </a:stretch>
        </p:blipFill>
        <p:spPr bwMode="auto">
          <a:xfrm>
            <a:off x="431801" y="765175"/>
            <a:ext cx="11521017" cy="6034717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Zástupný symbol pro číslo snímku 4"/>
          <p:cNvSpPr>
            <a:spLocks noGrp="1"/>
          </p:cNvSpPr>
          <p:nvPr>
            <p:ph type="sldNum" sz="quarter" idx="11"/>
          </p:nvPr>
        </p:nvSpPr>
        <p:spPr>
          <a:xfrm>
            <a:off x="11430000" y="6524626"/>
            <a:ext cx="569384" cy="333375"/>
          </a:xfrm>
        </p:spPr>
        <p:txBody>
          <a:bodyPr wrap="square" anchor="t">
            <a:normAutofit/>
          </a:bodyPr>
          <a:lstStyle/>
          <a:p>
            <a:pPr>
              <a:spcAft>
                <a:spcPts val="600"/>
              </a:spcAft>
            </a:pPr>
            <a:fld id="{7C839148-7006-41C4-ABC2-D2A9F4595A63}" type="slidenum">
              <a:rPr lang="en-US" altLang="cs-CZ" smtClean="0"/>
              <a:pPr>
                <a:spcAft>
                  <a:spcPts val="600"/>
                </a:spcAft>
              </a:pPr>
              <a:t>3</a:t>
            </a:fld>
            <a:endParaRPr lang="en-US" altLang="cs-CZ"/>
          </a:p>
        </p:txBody>
      </p:sp>
    </p:spTree>
    <p:extLst>
      <p:ext uri="{BB962C8B-B14F-4D97-AF65-F5344CB8AC3E}">
        <p14:creationId xmlns:p14="http://schemas.microsoft.com/office/powerpoint/2010/main" val="40149491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EF6C44-F153-1434-02CA-2439B1FBC3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801" y="-100013"/>
            <a:ext cx="10265833" cy="720726"/>
          </a:xfrm>
        </p:spPr>
        <p:txBody>
          <a:bodyPr wrap="square" anchor="ctr">
            <a:normAutofit/>
          </a:bodyPr>
          <a:lstStyle/>
          <a:p>
            <a:r>
              <a:rPr lang="en-US" err="1"/>
              <a:t>Zobrazení</a:t>
            </a:r>
            <a:r>
              <a:rPr lang="en-US"/>
              <a:t> </a:t>
            </a:r>
            <a:r>
              <a:rPr lang="en-US" err="1"/>
              <a:t>terénu</a:t>
            </a:r>
            <a:endParaRPr lang="en-US" dirty="0" err="1"/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F2F49EE3-4905-1C6C-004F-BAAF7371892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31800" y="765175"/>
            <a:ext cx="5657851" cy="5330825"/>
          </a:xfrm>
        </p:spPr>
        <p:txBody>
          <a:bodyPr/>
          <a:lstStyle/>
          <a:p>
            <a:r>
              <a:rPr lang="en-US" dirty="0">
                <a:latin typeface="Calibri"/>
                <a:ea typeface="Calibri"/>
                <a:cs typeface="Calibri"/>
              </a:rPr>
              <a:t>Height map → </a:t>
            </a:r>
            <a:r>
              <a:rPr lang="en-US" dirty="0" err="1">
                <a:latin typeface="Calibri"/>
                <a:ea typeface="Calibri"/>
                <a:cs typeface="Calibri"/>
              </a:rPr>
              <a:t>vertexy</a:t>
            </a:r>
          </a:p>
          <a:p>
            <a:r>
              <a:rPr lang="en-US" dirty="0" err="1">
                <a:latin typeface="Calibri"/>
                <a:ea typeface="Calibri"/>
                <a:cs typeface="Calibri"/>
              </a:rPr>
              <a:t>Pouze</a:t>
            </a:r>
            <a:r>
              <a:rPr lang="en-US" dirty="0">
                <a:latin typeface="Calibri"/>
                <a:ea typeface="Calibri"/>
                <a:cs typeface="Calibri"/>
              </a:rPr>
              <a:t> </a:t>
            </a:r>
            <a:r>
              <a:rPr lang="en-US" dirty="0" err="1">
                <a:latin typeface="Calibri"/>
                <a:ea typeface="Calibri"/>
                <a:cs typeface="Calibri"/>
              </a:rPr>
              <a:t>zelený</a:t>
            </a:r>
            <a:r>
              <a:rPr lang="en-US" dirty="0">
                <a:latin typeface="Calibri"/>
                <a:ea typeface="Calibri"/>
                <a:cs typeface="Calibri"/>
              </a:rPr>
              <a:t> </a:t>
            </a:r>
            <a:r>
              <a:rPr lang="en-US" dirty="0" err="1">
                <a:latin typeface="Calibri"/>
                <a:ea typeface="Calibri"/>
                <a:cs typeface="Calibri"/>
              </a:rPr>
              <a:t>terén</a:t>
            </a:r>
          </a:p>
          <a:p>
            <a:r>
              <a:rPr lang="en-US" dirty="0" err="1">
                <a:latin typeface="Calibri"/>
                <a:ea typeface="Calibri"/>
                <a:cs typeface="Calibri"/>
              </a:rPr>
              <a:t>Ambientní</a:t>
            </a:r>
            <a:r>
              <a:rPr lang="en-US" dirty="0">
                <a:latin typeface="Calibri"/>
                <a:ea typeface="Calibri"/>
                <a:cs typeface="Calibri"/>
              </a:rPr>
              <a:t> a </a:t>
            </a:r>
            <a:r>
              <a:rPr lang="en-US" dirty="0" err="1">
                <a:latin typeface="Calibri"/>
                <a:ea typeface="Calibri"/>
                <a:cs typeface="Calibri"/>
              </a:rPr>
              <a:t>difúzní</a:t>
            </a:r>
            <a:r>
              <a:rPr lang="en-US" dirty="0">
                <a:latin typeface="Calibri"/>
                <a:ea typeface="Calibri"/>
                <a:cs typeface="Calibri"/>
              </a:rPr>
              <a:t> </a:t>
            </a:r>
            <a:r>
              <a:rPr lang="en-US" dirty="0" err="1">
                <a:latin typeface="Calibri"/>
                <a:ea typeface="Calibri"/>
                <a:cs typeface="Calibri"/>
              </a:rPr>
              <a:t>osvětlení</a:t>
            </a:r>
            <a:endParaRPr lang="en-US" dirty="0">
              <a:latin typeface="Calibri"/>
              <a:ea typeface="Calibri"/>
              <a:cs typeface="Calibri"/>
            </a:endParaRPr>
          </a:p>
          <a:p>
            <a:pPr marL="0" indent="0">
              <a:buNone/>
            </a:pPr>
            <a:endParaRPr lang="en-US" dirty="0">
              <a:latin typeface="Calibri"/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dirty="0">
                <a:latin typeface="Calibri"/>
                <a:ea typeface="Calibri"/>
                <a:cs typeface="Calibri"/>
              </a:rPr>
              <a:t>→ </a:t>
            </a:r>
            <a:r>
              <a:rPr lang="en-US" dirty="0" err="1">
                <a:latin typeface="Calibri"/>
                <a:ea typeface="Calibri"/>
                <a:cs typeface="Calibri"/>
              </a:rPr>
              <a:t>Nepřirozený</a:t>
            </a:r>
            <a:r>
              <a:rPr lang="en-US" dirty="0">
                <a:latin typeface="Calibri"/>
                <a:ea typeface="Calibri"/>
                <a:cs typeface="Calibri"/>
              </a:rPr>
              <a:t> </a:t>
            </a:r>
            <a:r>
              <a:rPr lang="en-US" dirty="0" err="1">
                <a:latin typeface="Calibri"/>
                <a:ea typeface="Calibri"/>
                <a:cs typeface="Calibri"/>
              </a:rPr>
              <a:t>terén</a:t>
            </a:r>
            <a:endParaRPr lang="en-US"/>
          </a:p>
        </p:txBody>
      </p:sp>
      <p:pic>
        <p:nvPicPr>
          <p:cNvPr id="9" name="Content Placeholder 8" descr="A green hills with blue sky&#10;&#10;AI-generated content may be incorrect.">
            <a:extLst>
              <a:ext uri="{FF2B5EF4-FFF2-40B4-BE49-F238E27FC236}">
                <a16:creationId xmlns:a16="http://schemas.microsoft.com/office/drawing/2014/main" id="{9450C9C0-8D02-1268-3ACB-2CDF9854A39A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 bwMode="auto">
          <a:xfrm>
            <a:off x="6650665" y="765175"/>
            <a:ext cx="4944339" cy="5330825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8A75EF-4A60-8359-83F8-A40A0E88D4B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430000" y="6524626"/>
            <a:ext cx="569384" cy="333375"/>
          </a:xfrm>
        </p:spPr>
        <p:txBody>
          <a:bodyPr wrap="square" anchor="t">
            <a:normAutofit/>
          </a:bodyPr>
          <a:lstStyle/>
          <a:p>
            <a:pPr>
              <a:spcAft>
                <a:spcPts val="600"/>
              </a:spcAft>
            </a:pPr>
            <a:fld id="{7C839148-7006-41C4-ABC2-D2A9F4595A63}" type="slidenum">
              <a:rPr lang="en-US" altLang="cs-CZ"/>
              <a:pPr>
                <a:spcAft>
                  <a:spcPts val="600"/>
                </a:spcAft>
              </a:pPr>
              <a:t>4</a:t>
            </a:fld>
            <a:endParaRPr lang="en-US" altLang="cs-CZ"/>
          </a:p>
        </p:txBody>
      </p:sp>
    </p:spTree>
    <p:extLst>
      <p:ext uri="{BB962C8B-B14F-4D97-AF65-F5344CB8AC3E}">
        <p14:creationId xmlns:p14="http://schemas.microsoft.com/office/powerpoint/2010/main" val="12441132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536382-EB1E-423A-1CAE-8B5D1BE647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801" y="-100013"/>
            <a:ext cx="10265833" cy="720726"/>
          </a:xfrm>
        </p:spPr>
        <p:txBody>
          <a:bodyPr wrap="square" anchor="ctr">
            <a:normAutofit/>
          </a:bodyPr>
          <a:lstStyle/>
          <a:p>
            <a:r>
              <a:rPr lang="en-US" err="1"/>
              <a:t>Hydraulická</a:t>
            </a:r>
            <a:r>
              <a:rPr lang="en-US"/>
              <a:t> </a:t>
            </a:r>
            <a:r>
              <a:rPr lang="en-US" err="1"/>
              <a:t>eroze</a:t>
            </a:r>
            <a:endParaRPr lang="en-US" dirty="0" err="1"/>
          </a:p>
        </p:txBody>
      </p:sp>
      <p:pic>
        <p:nvPicPr>
          <p:cNvPr id="7" name="Content Placeholder 6" descr="A green and blue mountains&#10;&#10;AI-generated content may be incorrect.">
            <a:extLst>
              <a:ext uri="{FF2B5EF4-FFF2-40B4-BE49-F238E27FC236}">
                <a16:creationId xmlns:a16="http://schemas.microsoft.com/office/drawing/2014/main" id="{016E070B-4D99-FAB4-9F7F-F2A9F542A5D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 bwMode="auto">
          <a:xfrm>
            <a:off x="828116" y="765175"/>
            <a:ext cx="10728387" cy="6034717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8BF6848-ABF8-42D7-257A-A0E509C451B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430000" y="6524626"/>
            <a:ext cx="569384" cy="333375"/>
          </a:xfrm>
        </p:spPr>
        <p:txBody>
          <a:bodyPr wrap="square" anchor="t">
            <a:normAutofit/>
          </a:bodyPr>
          <a:lstStyle/>
          <a:p>
            <a:pPr>
              <a:spcAft>
                <a:spcPts val="600"/>
              </a:spcAft>
            </a:pPr>
            <a:fld id="{E94AC346-A157-4EF4-A06B-3AB421B38C20}" type="slidenum">
              <a:rPr lang="en-US" altLang="cs-CZ"/>
              <a:pPr>
                <a:spcAft>
                  <a:spcPts val="600"/>
                </a:spcAft>
              </a:pPr>
              <a:t>5</a:t>
            </a:fld>
            <a:endParaRPr lang="en-US" altLang="cs-CZ"/>
          </a:p>
        </p:txBody>
      </p:sp>
    </p:spTree>
    <p:extLst>
      <p:ext uri="{BB962C8B-B14F-4D97-AF65-F5344CB8AC3E}">
        <p14:creationId xmlns:p14="http://schemas.microsoft.com/office/powerpoint/2010/main" val="21891153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F3CA8D-AB97-DF04-7343-C156E0A9CD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801" y="-100013"/>
            <a:ext cx="10265833" cy="720726"/>
          </a:xfrm>
        </p:spPr>
        <p:txBody>
          <a:bodyPr wrap="square" anchor="ctr">
            <a:normAutofit/>
          </a:bodyPr>
          <a:lstStyle/>
          <a:p>
            <a:r>
              <a:rPr lang="en-US" err="1"/>
              <a:t>Finální</a:t>
            </a:r>
            <a:r>
              <a:rPr lang="en-US"/>
              <a:t> </a:t>
            </a:r>
            <a:r>
              <a:rPr lang="en-US" err="1"/>
              <a:t>terén</a:t>
            </a:r>
            <a:endParaRPr lang="en-US" dirty="0" err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EAFAED-6015-7E61-8AEE-526F650ECFF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31800" y="765175"/>
            <a:ext cx="5657851" cy="5330825"/>
          </a:xfrm>
        </p:spPr>
        <p:txBody>
          <a:bodyPr wrap="square" anchor="t">
            <a:normAutofit/>
          </a:bodyPr>
          <a:lstStyle/>
          <a:p>
            <a:r>
              <a:rPr lang="en-US" err="1"/>
              <a:t>Více</a:t>
            </a:r>
            <a:r>
              <a:rPr lang="en-US"/>
              <a:t> </a:t>
            </a:r>
            <a:r>
              <a:rPr lang="en-US" err="1"/>
              <a:t>vrstev</a:t>
            </a:r>
            <a:r>
              <a:rPr lang="en-US"/>
              <a:t> </a:t>
            </a:r>
            <a:r>
              <a:rPr lang="en-US" err="1"/>
              <a:t>šumu</a:t>
            </a:r>
            <a:endParaRPr lang="en-US" dirty="0" err="1"/>
          </a:p>
          <a:p>
            <a:r>
              <a:rPr lang="en-US" err="1"/>
              <a:t>Hydraulická</a:t>
            </a:r>
            <a:r>
              <a:rPr lang="en-US"/>
              <a:t> </a:t>
            </a:r>
            <a:r>
              <a:rPr lang="en-US" err="1"/>
              <a:t>eroze</a:t>
            </a:r>
          </a:p>
          <a:p>
            <a:r>
              <a:rPr lang="en-US" err="1"/>
              <a:t>Barvení</a:t>
            </a:r>
            <a:r>
              <a:rPr lang="en-US"/>
              <a:t> </a:t>
            </a:r>
            <a:r>
              <a:rPr lang="en-US" err="1"/>
              <a:t>na</a:t>
            </a:r>
            <a:r>
              <a:rPr lang="en-US"/>
              <a:t> </a:t>
            </a:r>
            <a:r>
              <a:rPr lang="en-US" err="1"/>
              <a:t>základě</a:t>
            </a:r>
            <a:r>
              <a:rPr lang="en-US"/>
              <a:t> </a:t>
            </a:r>
            <a:r>
              <a:rPr lang="en-US" err="1"/>
              <a:t>sklonu</a:t>
            </a:r>
            <a:r>
              <a:rPr lang="en-US"/>
              <a:t> a </a:t>
            </a:r>
            <a:r>
              <a:rPr lang="en-US" err="1"/>
              <a:t>výšky</a:t>
            </a:r>
            <a:endParaRPr lang="en-US" dirty="0" err="1"/>
          </a:p>
        </p:txBody>
      </p:sp>
      <p:pic>
        <p:nvPicPr>
          <p:cNvPr id="6" name="Picture 5" descr="A green and black mountain&#10;&#10;AI-generated content may be incorrect.">
            <a:extLst>
              <a:ext uri="{FF2B5EF4-FFF2-40B4-BE49-F238E27FC236}">
                <a16:creationId xmlns:a16="http://schemas.microsoft.com/office/drawing/2014/main" id="{1699DD79-A06F-ED9F-CF47-B8D107470B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3991" y="765175"/>
            <a:ext cx="4917686" cy="5330825"/>
          </a:xfrm>
          <a:prstGeom prst="rect">
            <a:avLst/>
          </a:prstGeom>
          <a:noFill/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B73EA6-048E-ED7F-D239-50477F511CA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430000" y="6524626"/>
            <a:ext cx="569384" cy="333375"/>
          </a:xfrm>
        </p:spPr>
        <p:txBody>
          <a:bodyPr wrap="square" anchor="t">
            <a:normAutofit/>
          </a:bodyPr>
          <a:lstStyle/>
          <a:p>
            <a:pPr>
              <a:spcAft>
                <a:spcPts val="600"/>
              </a:spcAft>
            </a:pPr>
            <a:fld id="{7C839148-7006-41C4-ABC2-D2A9F4595A63}" type="slidenum">
              <a:rPr lang="en-US" altLang="cs-CZ"/>
              <a:pPr>
                <a:spcAft>
                  <a:spcPts val="600"/>
                </a:spcAft>
              </a:pPr>
              <a:t>6</a:t>
            </a:fld>
            <a:endParaRPr lang="en-US" altLang="cs-CZ"/>
          </a:p>
        </p:txBody>
      </p:sp>
    </p:spTree>
    <p:extLst>
      <p:ext uri="{BB962C8B-B14F-4D97-AF65-F5344CB8AC3E}">
        <p14:creationId xmlns:p14="http://schemas.microsoft.com/office/powerpoint/2010/main" val="15282060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68EA41-B51C-B560-6148-A6A9F6F801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801" y="-100013"/>
            <a:ext cx="10265833" cy="720726"/>
          </a:xfrm>
        </p:spPr>
        <p:txBody>
          <a:bodyPr wrap="square" anchor="ctr">
            <a:normAutofit/>
          </a:bodyPr>
          <a:lstStyle/>
          <a:p>
            <a:r>
              <a:rPr lang="en-US" err="1"/>
              <a:t>Děkuji</a:t>
            </a:r>
            <a:r>
              <a:rPr lang="en-US"/>
              <a:t> za </a:t>
            </a:r>
            <a:r>
              <a:rPr lang="en-US" err="1"/>
              <a:t>pozornost</a:t>
            </a:r>
            <a:endParaRPr lang="en-US" dirty="0" err="1"/>
          </a:p>
        </p:txBody>
      </p:sp>
      <p:pic>
        <p:nvPicPr>
          <p:cNvPr id="5" name="Content Placeholder 4" descr="A green and black mountain&#10;&#10;AI-generated content may be incorrect.">
            <a:extLst>
              <a:ext uri="{FF2B5EF4-FFF2-40B4-BE49-F238E27FC236}">
                <a16:creationId xmlns:a16="http://schemas.microsoft.com/office/drawing/2014/main" id="{DD882567-1AD6-5C6B-4C3C-967B26D9CC3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578619" y="765175"/>
            <a:ext cx="11227380" cy="6034717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25BC76-9ECC-7E8F-6310-A97E137ED8B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430000" y="6524626"/>
            <a:ext cx="569384" cy="333375"/>
          </a:xfrm>
        </p:spPr>
        <p:txBody>
          <a:bodyPr wrap="square" anchor="t">
            <a:normAutofit/>
          </a:bodyPr>
          <a:lstStyle/>
          <a:p>
            <a:pPr>
              <a:spcAft>
                <a:spcPts val="600"/>
              </a:spcAft>
            </a:pPr>
            <a:fld id="{7C839148-7006-41C4-ABC2-D2A9F4595A63}" type="slidenum">
              <a:rPr lang="en-US" altLang="cs-CZ"/>
              <a:pPr>
                <a:spcAft>
                  <a:spcPts val="600"/>
                </a:spcAft>
              </a:pPr>
              <a:t>7</a:t>
            </a:fld>
            <a:endParaRPr lang="en-US" altLang="cs-CZ"/>
          </a:p>
        </p:txBody>
      </p:sp>
    </p:spTree>
    <p:extLst>
      <p:ext uri="{BB962C8B-B14F-4D97-AF65-F5344CB8AC3E}">
        <p14:creationId xmlns:p14="http://schemas.microsoft.com/office/powerpoint/2010/main" val="32193776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2BFF02-5D23-600F-7420-CB81441F24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171888"/>
            <a:ext cx="7464152" cy="1254125"/>
          </a:xfrm>
        </p:spPr>
        <p:txBody>
          <a:bodyPr wrap="square" anchor="ctr">
            <a:normAutofit/>
          </a:bodyPr>
          <a:lstStyle/>
          <a:p>
            <a:r>
              <a:rPr lang="en-US" err="1"/>
              <a:t>Děkuji</a:t>
            </a:r>
            <a:r>
              <a:rPr lang="en-US"/>
              <a:t> za </a:t>
            </a:r>
            <a:r>
              <a:rPr lang="en-US" err="1"/>
              <a:t>pozornost</a:t>
            </a:r>
            <a:endParaRPr lang="en-US" dirty="0" err="1"/>
          </a:p>
        </p:txBody>
      </p:sp>
      <p:sp>
        <p:nvSpPr>
          <p:cNvPr id="4" name="Slide Number Placeholder 3" hidden="1">
            <a:extLst>
              <a:ext uri="{FF2B5EF4-FFF2-40B4-BE49-F238E27FC236}">
                <a16:creationId xmlns:a16="http://schemas.microsoft.com/office/drawing/2014/main" id="{F39978F5-45BD-2263-588F-F892057E9E4E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430000" y="6524626"/>
            <a:ext cx="569384" cy="333375"/>
          </a:xfrm>
        </p:spPr>
        <p:txBody>
          <a:bodyPr/>
          <a:lstStyle/>
          <a:p>
            <a:pPr>
              <a:spcAft>
                <a:spcPts val="600"/>
              </a:spcAft>
            </a:pPr>
            <a:fld id="{89FEAC19-CD6C-4528-B09F-367B3931C207}" type="slidenum">
              <a:rPr lang="en-US" altLang="cs-CZ"/>
              <a:pPr>
                <a:spcAft>
                  <a:spcPts val="600"/>
                </a:spcAft>
              </a:pPr>
              <a:t>8</a:t>
            </a:fld>
            <a:endParaRPr lang="en-US" altLang="cs-CZ"/>
          </a:p>
        </p:txBody>
      </p:sp>
    </p:spTree>
    <p:extLst>
      <p:ext uri="{BB962C8B-B14F-4D97-AF65-F5344CB8AC3E}">
        <p14:creationId xmlns:p14="http://schemas.microsoft.com/office/powerpoint/2010/main" val="489927317"/>
      </p:ext>
    </p:extLst>
  </p:cSld>
  <p:clrMapOvr>
    <a:masterClrMapping/>
  </p:clrMapOvr>
</p:sld>
</file>

<file path=ppt/theme/theme1.xml><?xml version="1.0" encoding="utf-8"?>
<a:theme xmlns:a="http://schemas.openxmlformats.org/drawingml/2006/main" name="101021 FIT Calibri">
  <a:themeElements>
    <a:clrScheme name="a2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a2">
      <a:majorFont>
        <a:latin typeface="Tahoma"/>
        <a:ea typeface=""/>
        <a:cs typeface=""/>
      </a:majorFont>
      <a:minorFont>
        <a:latin typeface="Tahoma"/>
        <a:ea typeface=""/>
        <a:cs typeface=""/>
      </a:minorFont>
    </a:fontScheme>
    <a:fmtScheme name="Kancelář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noFill/>
        <a:ln w="19050" cap="flat" cmpd="sng" algn="ctr">
          <a:solidFill>
            <a:schemeClr val="accent6">
              <a:lumMod val="75000"/>
            </a:schemeClr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rtlCol="0" anchor="ctr" anchorCtr="0" compatLnSpc="1">
        <a:prstTxWarp prst="textNoShape">
          <a:avLst/>
        </a:prstTxWarp>
      </a:bodyPr>
      <a:lstStyle>
        <a:defPPr marR="0" algn="ctr" defTabSz="914400" rtl="0" eaLnBrk="1" fontAlgn="base" latinLnBrk="0" hangingPunct="1">
          <a:lnSpc>
            <a:spcPct val="100000"/>
          </a:lnSpc>
          <a:spcBef>
            <a:spcPct val="20000"/>
          </a:spcBef>
          <a:spcAft>
            <a:spcPct val="0"/>
          </a:spcAft>
          <a:buClrTx/>
          <a:buSzTx/>
          <a:buNone/>
          <a:tabLst/>
          <a:defRPr kumimoji="0" sz="2400" b="0" i="0" u="none" strike="noStrike" cap="none" normalizeH="0" baseline="0" dirty="0" err="1" smtClean="0">
            <a:ln>
              <a:noFill/>
            </a:ln>
            <a:solidFill>
              <a:schemeClr val="accent6">
                <a:lumMod val="50000"/>
              </a:schemeClr>
            </a:solidFill>
            <a:effectLst/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defRPr>
        </a:defPPr>
      </a:lstStyle>
    </a:spDef>
    <a:lnDef>
      <a:spPr bwMode="auto">
        <a:noFill/>
        <a:ln w="28575" cap="flat" cmpd="sng" algn="ctr">
          <a:solidFill>
            <a:schemeClr val="accent6">
              <a:lumMod val="75000"/>
            </a:schemeClr>
          </a:solidFill>
          <a:prstDash val="solid"/>
          <a:round/>
          <a:headEnd type="none" w="med" len="med"/>
          <a:tailEnd type="none" w="med" len="med"/>
        </a:ln>
        <a:effectLst/>
      </a:spPr>
      <a:bodyPr/>
      <a:lstStyle/>
    </a:lnDef>
    <a:txDef>
      <a:spPr>
        <a:noFill/>
      </a:spPr>
      <a:bodyPr wrap="none" rtlCol="0">
        <a:spAutoFit/>
      </a:bodyPr>
      <a:lstStyle>
        <a:defPPr algn="l">
          <a:buNone/>
          <a:defRPr sz="2600" b="0" dirty="0" err="1" smtClean="0">
            <a:solidFill>
              <a:schemeClr val="tx1"/>
            </a:solidFill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defRPr>
        </a:defPPr>
      </a:lstStyle>
    </a:txDef>
  </a:objectDefaults>
  <a:extraClrSchemeLst>
    <a:extraClrScheme>
      <a:clrScheme name="a2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2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2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2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2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2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2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2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2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2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2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2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UXI Slides Template" id="{293E0C09-34D6-4506-9E18-E14DCC86B095}" vid="{BF5BF70E-2EF4-4CB4-90C1-DF7A7B50AA37}"/>
    </a:ext>
  </a:extLst>
</a:theme>
</file>

<file path=ppt/theme/theme2.xml><?xml version="1.0" encoding="utf-8"?>
<a:theme xmlns:a="http://schemas.openxmlformats.org/drawingml/2006/main" name="Motiv sady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Kancelář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Kancelář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Motiv sady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Kancelář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Kancelář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UXI Slides Template</Template>
  <TotalTime>19</TotalTime>
  <Words>7</Words>
  <Application>Microsoft Office PowerPoint</Application>
  <PresentationFormat>Widescreen</PresentationFormat>
  <Paragraphs>4</Paragraphs>
  <Slides>8</Slides>
  <Notes>4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101021 FIT Calibri</vt:lpstr>
      <vt:lpstr>Generování a zobrazování terénu</vt:lpstr>
      <vt:lpstr>Cíle</vt:lpstr>
      <vt:lpstr>Generování šumu</vt:lpstr>
      <vt:lpstr>Zobrazení terénu</vt:lpstr>
      <vt:lpstr>Hydraulická eroze</vt:lpstr>
      <vt:lpstr>Finální terén</vt:lpstr>
      <vt:lpstr>Děkuji za pozornost</vt:lpstr>
      <vt:lpstr>Děkuji za pozornost</vt:lpstr>
    </vt:vector>
  </TitlesOfParts>
  <Company>Hewlett-Packard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Essay Title</dc:title>
  <dc:creator>Herout Adam (11830)</dc:creator>
  <cp:lastModifiedBy>Adam Herout</cp:lastModifiedBy>
  <cp:revision>193</cp:revision>
  <dcterms:created xsi:type="dcterms:W3CDTF">2024-02-29T17:22:27Z</dcterms:created>
  <dcterms:modified xsi:type="dcterms:W3CDTF">2025-10-20T11:23:12Z</dcterms:modified>
</cp:coreProperties>
</file>